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9DBCB"/>
    <a:srgbClr val="E4D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9C0498-13FE-411E-8B52-8C46B41C09D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050268-D846-4FA7-990D-D66185FDEE1B}">
      <dgm:prSet/>
      <dgm:spPr/>
      <dgm:t>
        <a:bodyPr/>
        <a:lstStyle/>
        <a:p>
          <a:r>
            <a:rPr lang="en-IN"/>
            <a:t>Title Bar </a:t>
          </a:r>
          <a:endParaRPr lang="en-US"/>
        </a:p>
      </dgm:t>
    </dgm:pt>
    <dgm:pt modelId="{460D6887-D66E-46E9-BFFE-D28F7EFAD0C3}" type="parTrans" cxnId="{12C0A03B-1302-4ADB-852F-E712D31B6B18}">
      <dgm:prSet/>
      <dgm:spPr/>
      <dgm:t>
        <a:bodyPr/>
        <a:lstStyle/>
        <a:p>
          <a:endParaRPr lang="en-US"/>
        </a:p>
      </dgm:t>
    </dgm:pt>
    <dgm:pt modelId="{F8EB538F-5250-4F61-B00C-F1B0C709EF69}" type="sibTrans" cxnId="{12C0A03B-1302-4ADB-852F-E712D31B6B18}">
      <dgm:prSet/>
      <dgm:spPr/>
      <dgm:t>
        <a:bodyPr/>
        <a:lstStyle/>
        <a:p>
          <a:endParaRPr lang="en-US"/>
        </a:p>
      </dgm:t>
    </dgm:pt>
    <dgm:pt modelId="{8F9A4042-6178-4D0B-834C-6BF4D23322BD}">
      <dgm:prSet/>
      <dgm:spPr/>
      <dgm:t>
        <a:bodyPr/>
        <a:lstStyle/>
        <a:p>
          <a:r>
            <a:rPr lang="en-IN"/>
            <a:t>Ribbon </a:t>
          </a:r>
          <a:endParaRPr lang="en-US"/>
        </a:p>
      </dgm:t>
    </dgm:pt>
    <dgm:pt modelId="{32931AE1-6DDF-4789-9634-B1C1B7E24CB5}" type="parTrans" cxnId="{92CC07B1-D25A-465F-9AA0-03DB3C0F1637}">
      <dgm:prSet/>
      <dgm:spPr/>
      <dgm:t>
        <a:bodyPr/>
        <a:lstStyle/>
        <a:p>
          <a:endParaRPr lang="en-US"/>
        </a:p>
      </dgm:t>
    </dgm:pt>
    <dgm:pt modelId="{CC98492B-571E-4A22-A6F4-F64D9E9FB614}" type="sibTrans" cxnId="{92CC07B1-D25A-465F-9AA0-03DB3C0F1637}">
      <dgm:prSet/>
      <dgm:spPr/>
      <dgm:t>
        <a:bodyPr/>
        <a:lstStyle/>
        <a:p>
          <a:endParaRPr lang="en-US"/>
        </a:p>
      </dgm:t>
    </dgm:pt>
    <dgm:pt modelId="{8EA17BEB-B45F-46B4-AC6D-AACBF6605BB6}">
      <dgm:prSet/>
      <dgm:spPr/>
      <dgm:t>
        <a:bodyPr/>
        <a:lstStyle/>
        <a:p>
          <a:r>
            <a:rPr lang="en-IN"/>
            <a:t>Quick Access Toolbar </a:t>
          </a:r>
          <a:endParaRPr lang="en-US"/>
        </a:p>
      </dgm:t>
    </dgm:pt>
    <dgm:pt modelId="{A8AFFAC1-6BA3-4A1B-8FD8-34C0E0D04560}" type="parTrans" cxnId="{748F144D-D305-4B9F-B9DF-37A5889EF715}">
      <dgm:prSet/>
      <dgm:spPr/>
      <dgm:t>
        <a:bodyPr/>
        <a:lstStyle/>
        <a:p>
          <a:endParaRPr lang="en-US"/>
        </a:p>
      </dgm:t>
    </dgm:pt>
    <dgm:pt modelId="{A7C7567A-0EEF-41CF-B47E-5C76B049A690}" type="sibTrans" cxnId="{748F144D-D305-4B9F-B9DF-37A5889EF715}">
      <dgm:prSet/>
      <dgm:spPr/>
      <dgm:t>
        <a:bodyPr/>
        <a:lstStyle/>
        <a:p>
          <a:endParaRPr lang="en-US"/>
        </a:p>
      </dgm:t>
    </dgm:pt>
    <dgm:pt modelId="{89F053B3-0D18-41AA-8CBA-69E7B4158F7F}">
      <dgm:prSet/>
      <dgm:spPr/>
      <dgm:t>
        <a:bodyPr/>
        <a:lstStyle/>
        <a:p>
          <a:r>
            <a:rPr lang="en-IN"/>
            <a:t>Formula Bar </a:t>
          </a:r>
          <a:endParaRPr lang="en-US"/>
        </a:p>
      </dgm:t>
    </dgm:pt>
    <dgm:pt modelId="{9D7C5B66-5255-49C2-82A5-AA8225E10B52}" type="parTrans" cxnId="{A8C1C8F9-B781-4CA5-A1CD-C06631AA25CC}">
      <dgm:prSet/>
      <dgm:spPr/>
      <dgm:t>
        <a:bodyPr/>
        <a:lstStyle/>
        <a:p>
          <a:endParaRPr lang="en-US"/>
        </a:p>
      </dgm:t>
    </dgm:pt>
    <dgm:pt modelId="{F6DA336D-2A69-4601-B65A-0B0CB8ACA015}" type="sibTrans" cxnId="{A8C1C8F9-B781-4CA5-A1CD-C06631AA25CC}">
      <dgm:prSet/>
      <dgm:spPr/>
      <dgm:t>
        <a:bodyPr/>
        <a:lstStyle/>
        <a:p>
          <a:endParaRPr lang="en-US"/>
        </a:p>
      </dgm:t>
    </dgm:pt>
    <dgm:pt modelId="{DB0E15A2-4078-46DC-AD6B-FC47E4E33ABE}">
      <dgm:prSet/>
      <dgm:spPr/>
      <dgm:t>
        <a:bodyPr/>
        <a:lstStyle/>
        <a:p>
          <a:r>
            <a:rPr lang="en-IN"/>
            <a:t>Name Box </a:t>
          </a:r>
          <a:endParaRPr lang="en-US"/>
        </a:p>
      </dgm:t>
    </dgm:pt>
    <dgm:pt modelId="{2CBC1653-83F8-4E36-9803-753C598D9B6C}" type="parTrans" cxnId="{0A4461B7-E490-4691-A0FD-A452420201F8}">
      <dgm:prSet/>
      <dgm:spPr/>
      <dgm:t>
        <a:bodyPr/>
        <a:lstStyle/>
        <a:p>
          <a:endParaRPr lang="en-US"/>
        </a:p>
      </dgm:t>
    </dgm:pt>
    <dgm:pt modelId="{068AA736-B688-499D-A910-E9C224514F40}" type="sibTrans" cxnId="{0A4461B7-E490-4691-A0FD-A452420201F8}">
      <dgm:prSet/>
      <dgm:spPr/>
      <dgm:t>
        <a:bodyPr/>
        <a:lstStyle/>
        <a:p>
          <a:endParaRPr lang="en-US"/>
        </a:p>
      </dgm:t>
    </dgm:pt>
    <dgm:pt modelId="{A2FCE703-F6F4-4481-8E4D-0042554E8853}">
      <dgm:prSet/>
      <dgm:spPr/>
      <dgm:t>
        <a:bodyPr/>
        <a:lstStyle/>
        <a:p>
          <a:r>
            <a:rPr lang="en-IN" dirty="0"/>
            <a:t>Worksheet Area </a:t>
          </a:r>
          <a:endParaRPr lang="en-US" dirty="0"/>
        </a:p>
      </dgm:t>
    </dgm:pt>
    <dgm:pt modelId="{6C53956D-001D-41A4-B522-8D3714C7FF74}" type="parTrans" cxnId="{C95BFA0F-73AB-4590-A67A-B16AA65D7C9D}">
      <dgm:prSet/>
      <dgm:spPr/>
      <dgm:t>
        <a:bodyPr/>
        <a:lstStyle/>
        <a:p>
          <a:endParaRPr lang="en-US"/>
        </a:p>
      </dgm:t>
    </dgm:pt>
    <dgm:pt modelId="{36005499-F81C-4DA4-B38A-D7A070070A89}" type="sibTrans" cxnId="{C95BFA0F-73AB-4590-A67A-B16AA65D7C9D}">
      <dgm:prSet/>
      <dgm:spPr/>
      <dgm:t>
        <a:bodyPr/>
        <a:lstStyle/>
        <a:p>
          <a:endParaRPr lang="en-US"/>
        </a:p>
      </dgm:t>
    </dgm:pt>
    <dgm:pt modelId="{E0C12E4E-6757-47A6-BE85-74BEDBC387B2}">
      <dgm:prSet/>
      <dgm:spPr/>
      <dgm:t>
        <a:bodyPr/>
        <a:lstStyle/>
        <a:p>
          <a:r>
            <a:rPr lang="en-IN"/>
            <a:t>Sheet Tabs</a:t>
          </a:r>
          <a:endParaRPr lang="en-US"/>
        </a:p>
      </dgm:t>
    </dgm:pt>
    <dgm:pt modelId="{5E025C0D-D0B4-4217-8721-598F7D0610F0}" type="parTrans" cxnId="{C651727F-B37E-4929-BD4C-62DD22C45CEB}">
      <dgm:prSet/>
      <dgm:spPr/>
      <dgm:t>
        <a:bodyPr/>
        <a:lstStyle/>
        <a:p>
          <a:endParaRPr lang="en-US"/>
        </a:p>
      </dgm:t>
    </dgm:pt>
    <dgm:pt modelId="{37EFF25D-2461-498F-ABB5-80433F63DD23}" type="sibTrans" cxnId="{C651727F-B37E-4929-BD4C-62DD22C45CEB}">
      <dgm:prSet/>
      <dgm:spPr/>
      <dgm:t>
        <a:bodyPr/>
        <a:lstStyle/>
        <a:p>
          <a:endParaRPr lang="en-US"/>
        </a:p>
      </dgm:t>
    </dgm:pt>
    <dgm:pt modelId="{AE0351A0-CFC6-44AF-AD55-C9BE79D8E56B}" type="pres">
      <dgm:prSet presAssocID="{719C0498-13FE-411E-8B52-8C46B41C09D3}" presName="diagram" presStyleCnt="0">
        <dgm:presLayoutVars>
          <dgm:dir/>
          <dgm:resizeHandles val="exact"/>
        </dgm:presLayoutVars>
      </dgm:prSet>
      <dgm:spPr/>
    </dgm:pt>
    <dgm:pt modelId="{32A05584-2B79-4C1B-9C7E-12214EF7F0F7}" type="pres">
      <dgm:prSet presAssocID="{78050268-D846-4FA7-990D-D66185FDEE1B}" presName="node" presStyleLbl="node1" presStyleIdx="0" presStyleCnt="7">
        <dgm:presLayoutVars>
          <dgm:bulletEnabled val="1"/>
        </dgm:presLayoutVars>
      </dgm:prSet>
      <dgm:spPr/>
    </dgm:pt>
    <dgm:pt modelId="{C7DD4166-DC6D-4FB1-94EF-DB2975BF1448}" type="pres">
      <dgm:prSet presAssocID="{F8EB538F-5250-4F61-B00C-F1B0C709EF69}" presName="sibTrans" presStyleCnt="0"/>
      <dgm:spPr/>
    </dgm:pt>
    <dgm:pt modelId="{1B51DA65-2B04-4A65-BA53-8A219E481E6B}" type="pres">
      <dgm:prSet presAssocID="{8F9A4042-6178-4D0B-834C-6BF4D23322BD}" presName="node" presStyleLbl="node1" presStyleIdx="1" presStyleCnt="7">
        <dgm:presLayoutVars>
          <dgm:bulletEnabled val="1"/>
        </dgm:presLayoutVars>
      </dgm:prSet>
      <dgm:spPr/>
    </dgm:pt>
    <dgm:pt modelId="{5D5A5CC8-98B4-47C4-999A-7A9084DC100A}" type="pres">
      <dgm:prSet presAssocID="{CC98492B-571E-4A22-A6F4-F64D9E9FB614}" presName="sibTrans" presStyleCnt="0"/>
      <dgm:spPr/>
    </dgm:pt>
    <dgm:pt modelId="{5C54CF3A-45E5-4478-A330-3DD1401F22E8}" type="pres">
      <dgm:prSet presAssocID="{8EA17BEB-B45F-46B4-AC6D-AACBF6605BB6}" presName="node" presStyleLbl="node1" presStyleIdx="2" presStyleCnt="7">
        <dgm:presLayoutVars>
          <dgm:bulletEnabled val="1"/>
        </dgm:presLayoutVars>
      </dgm:prSet>
      <dgm:spPr/>
    </dgm:pt>
    <dgm:pt modelId="{639175C1-6049-4DAC-8D62-82CDD989A0E8}" type="pres">
      <dgm:prSet presAssocID="{A7C7567A-0EEF-41CF-B47E-5C76B049A690}" presName="sibTrans" presStyleCnt="0"/>
      <dgm:spPr/>
    </dgm:pt>
    <dgm:pt modelId="{DC7B8526-CF7F-4CB1-9DB9-01993FC9ACD2}" type="pres">
      <dgm:prSet presAssocID="{89F053B3-0D18-41AA-8CBA-69E7B4158F7F}" presName="node" presStyleLbl="node1" presStyleIdx="3" presStyleCnt="7">
        <dgm:presLayoutVars>
          <dgm:bulletEnabled val="1"/>
        </dgm:presLayoutVars>
      </dgm:prSet>
      <dgm:spPr/>
    </dgm:pt>
    <dgm:pt modelId="{3EBB5406-88E7-4F52-BA38-4881C659D494}" type="pres">
      <dgm:prSet presAssocID="{F6DA336D-2A69-4601-B65A-0B0CB8ACA015}" presName="sibTrans" presStyleCnt="0"/>
      <dgm:spPr/>
    </dgm:pt>
    <dgm:pt modelId="{85A4E82F-415A-48B6-95FF-9DC5AF9EDC1C}" type="pres">
      <dgm:prSet presAssocID="{DB0E15A2-4078-46DC-AD6B-FC47E4E33ABE}" presName="node" presStyleLbl="node1" presStyleIdx="4" presStyleCnt="7">
        <dgm:presLayoutVars>
          <dgm:bulletEnabled val="1"/>
        </dgm:presLayoutVars>
      </dgm:prSet>
      <dgm:spPr/>
    </dgm:pt>
    <dgm:pt modelId="{5B073265-BE48-492B-8279-53E487397B82}" type="pres">
      <dgm:prSet presAssocID="{068AA736-B688-499D-A910-E9C224514F40}" presName="sibTrans" presStyleCnt="0"/>
      <dgm:spPr/>
    </dgm:pt>
    <dgm:pt modelId="{06D5A425-3A66-4D0D-9E73-440672487057}" type="pres">
      <dgm:prSet presAssocID="{A2FCE703-F6F4-4481-8E4D-0042554E8853}" presName="node" presStyleLbl="node1" presStyleIdx="5" presStyleCnt="7">
        <dgm:presLayoutVars>
          <dgm:bulletEnabled val="1"/>
        </dgm:presLayoutVars>
      </dgm:prSet>
      <dgm:spPr/>
    </dgm:pt>
    <dgm:pt modelId="{B84A34C9-1D19-4589-A6CA-4E4E2A7F57CE}" type="pres">
      <dgm:prSet presAssocID="{36005499-F81C-4DA4-B38A-D7A070070A89}" presName="sibTrans" presStyleCnt="0"/>
      <dgm:spPr/>
    </dgm:pt>
    <dgm:pt modelId="{8E481EC0-CD71-4A71-B4F0-0D9F3A184A0E}" type="pres">
      <dgm:prSet presAssocID="{E0C12E4E-6757-47A6-BE85-74BEDBC387B2}" presName="node" presStyleLbl="node1" presStyleIdx="6" presStyleCnt="7">
        <dgm:presLayoutVars>
          <dgm:bulletEnabled val="1"/>
        </dgm:presLayoutVars>
      </dgm:prSet>
      <dgm:spPr/>
    </dgm:pt>
  </dgm:ptLst>
  <dgm:cxnLst>
    <dgm:cxn modelId="{C95BFA0F-73AB-4590-A67A-B16AA65D7C9D}" srcId="{719C0498-13FE-411E-8B52-8C46B41C09D3}" destId="{A2FCE703-F6F4-4481-8E4D-0042554E8853}" srcOrd="5" destOrd="0" parTransId="{6C53956D-001D-41A4-B522-8D3714C7FF74}" sibTransId="{36005499-F81C-4DA4-B38A-D7A070070A89}"/>
    <dgm:cxn modelId="{4DFBB71D-FE6E-4C9A-AC81-90D934537BCA}" type="presOf" srcId="{89F053B3-0D18-41AA-8CBA-69E7B4158F7F}" destId="{DC7B8526-CF7F-4CB1-9DB9-01993FC9ACD2}" srcOrd="0" destOrd="0" presId="urn:microsoft.com/office/officeart/2005/8/layout/default"/>
    <dgm:cxn modelId="{14550E2A-2669-43C2-B932-4E5894BA4359}" type="presOf" srcId="{A2FCE703-F6F4-4481-8E4D-0042554E8853}" destId="{06D5A425-3A66-4D0D-9E73-440672487057}" srcOrd="0" destOrd="0" presId="urn:microsoft.com/office/officeart/2005/8/layout/default"/>
    <dgm:cxn modelId="{12C0A03B-1302-4ADB-852F-E712D31B6B18}" srcId="{719C0498-13FE-411E-8B52-8C46B41C09D3}" destId="{78050268-D846-4FA7-990D-D66185FDEE1B}" srcOrd="0" destOrd="0" parTransId="{460D6887-D66E-46E9-BFFE-D28F7EFAD0C3}" sibTransId="{F8EB538F-5250-4F61-B00C-F1B0C709EF69}"/>
    <dgm:cxn modelId="{35F7AB5F-D47F-4145-BE87-293A469E5338}" type="presOf" srcId="{8EA17BEB-B45F-46B4-AC6D-AACBF6605BB6}" destId="{5C54CF3A-45E5-4478-A330-3DD1401F22E8}" srcOrd="0" destOrd="0" presId="urn:microsoft.com/office/officeart/2005/8/layout/default"/>
    <dgm:cxn modelId="{748F144D-D305-4B9F-B9DF-37A5889EF715}" srcId="{719C0498-13FE-411E-8B52-8C46B41C09D3}" destId="{8EA17BEB-B45F-46B4-AC6D-AACBF6605BB6}" srcOrd="2" destOrd="0" parTransId="{A8AFFAC1-6BA3-4A1B-8FD8-34C0E0D04560}" sibTransId="{A7C7567A-0EEF-41CF-B47E-5C76B049A690}"/>
    <dgm:cxn modelId="{C651727F-B37E-4929-BD4C-62DD22C45CEB}" srcId="{719C0498-13FE-411E-8B52-8C46B41C09D3}" destId="{E0C12E4E-6757-47A6-BE85-74BEDBC387B2}" srcOrd="6" destOrd="0" parTransId="{5E025C0D-D0B4-4217-8721-598F7D0610F0}" sibTransId="{37EFF25D-2461-498F-ABB5-80433F63DD23}"/>
    <dgm:cxn modelId="{92DC9A80-1F45-4E2C-A335-7D49E74609A4}" type="presOf" srcId="{DB0E15A2-4078-46DC-AD6B-FC47E4E33ABE}" destId="{85A4E82F-415A-48B6-95FF-9DC5AF9EDC1C}" srcOrd="0" destOrd="0" presId="urn:microsoft.com/office/officeart/2005/8/layout/default"/>
    <dgm:cxn modelId="{E0B8618C-A3EC-4417-8EA6-553CCFD612F0}" type="presOf" srcId="{E0C12E4E-6757-47A6-BE85-74BEDBC387B2}" destId="{8E481EC0-CD71-4A71-B4F0-0D9F3A184A0E}" srcOrd="0" destOrd="0" presId="urn:microsoft.com/office/officeart/2005/8/layout/default"/>
    <dgm:cxn modelId="{7EC1E79B-CF02-4103-8F80-CFD99E841B1A}" type="presOf" srcId="{719C0498-13FE-411E-8B52-8C46B41C09D3}" destId="{AE0351A0-CFC6-44AF-AD55-C9BE79D8E56B}" srcOrd="0" destOrd="0" presId="urn:microsoft.com/office/officeart/2005/8/layout/default"/>
    <dgm:cxn modelId="{92CC07B1-D25A-465F-9AA0-03DB3C0F1637}" srcId="{719C0498-13FE-411E-8B52-8C46B41C09D3}" destId="{8F9A4042-6178-4D0B-834C-6BF4D23322BD}" srcOrd="1" destOrd="0" parTransId="{32931AE1-6DDF-4789-9634-B1C1B7E24CB5}" sibTransId="{CC98492B-571E-4A22-A6F4-F64D9E9FB614}"/>
    <dgm:cxn modelId="{0A4461B7-E490-4691-A0FD-A452420201F8}" srcId="{719C0498-13FE-411E-8B52-8C46B41C09D3}" destId="{DB0E15A2-4078-46DC-AD6B-FC47E4E33ABE}" srcOrd="4" destOrd="0" parTransId="{2CBC1653-83F8-4E36-9803-753C598D9B6C}" sibTransId="{068AA736-B688-499D-A910-E9C224514F40}"/>
    <dgm:cxn modelId="{4A5073BE-5C9F-45BD-BF0A-08DA4C3E9668}" type="presOf" srcId="{78050268-D846-4FA7-990D-D66185FDEE1B}" destId="{32A05584-2B79-4C1B-9C7E-12214EF7F0F7}" srcOrd="0" destOrd="0" presId="urn:microsoft.com/office/officeart/2005/8/layout/default"/>
    <dgm:cxn modelId="{76CABBDC-426C-4527-820A-59F1A932F1C2}" type="presOf" srcId="{8F9A4042-6178-4D0B-834C-6BF4D23322BD}" destId="{1B51DA65-2B04-4A65-BA53-8A219E481E6B}" srcOrd="0" destOrd="0" presId="urn:microsoft.com/office/officeart/2005/8/layout/default"/>
    <dgm:cxn modelId="{A8C1C8F9-B781-4CA5-A1CD-C06631AA25CC}" srcId="{719C0498-13FE-411E-8B52-8C46B41C09D3}" destId="{89F053B3-0D18-41AA-8CBA-69E7B4158F7F}" srcOrd="3" destOrd="0" parTransId="{9D7C5B66-5255-49C2-82A5-AA8225E10B52}" sibTransId="{F6DA336D-2A69-4601-B65A-0B0CB8ACA015}"/>
    <dgm:cxn modelId="{66C17D39-ADE4-41C9-BE12-BF6E04590994}" type="presParOf" srcId="{AE0351A0-CFC6-44AF-AD55-C9BE79D8E56B}" destId="{32A05584-2B79-4C1B-9C7E-12214EF7F0F7}" srcOrd="0" destOrd="0" presId="urn:microsoft.com/office/officeart/2005/8/layout/default"/>
    <dgm:cxn modelId="{9821CAC4-185A-48FA-A55E-411571C58083}" type="presParOf" srcId="{AE0351A0-CFC6-44AF-AD55-C9BE79D8E56B}" destId="{C7DD4166-DC6D-4FB1-94EF-DB2975BF1448}" srcOrd="1" destOrd="0" presId="urn:microsoft.com/office/officeart/2005/8/layout/default"/>
    <dgm:cxn modelId="{6D512D86-FB5E-4646-BEA5-6F92A62153EC}" type="presParOf" srcId="{AE0351A0-CFC6-44AF-AD55-C9BE79D8E56B}" destId="{1B51DA65-2B04-4A65-BA53-8A219E481E6B}" srcOrd="2" destOrd="0" presId="urn:microsoft.com/office/officeart/2005/8/layout/default"/>
    <dgm:cxn modelId="{CD723B38-A9D8-4486-86A9-E2DA937C3AE4}" type="presParOf" srcId="{AE0351A0-CFC6-44AF-AD55-C9BE79D8E56B}" destId="{5D5A5CC8-98B4-47C4-999A-7A9084DC100A}" srcOrd="3" destOrd="0" presId="urn:microsoft.com/office/officeart/2005/8/layout/default"/>
    <dgm:cxn modelId="{AF6CE308-8B0B-4447-9603-902689B2F1BF}" type="presParOf" srcId="{AE0351A0-CFC6-44AF-AD55-C9BE79D8E56B}" destId="{5C54CF3A-45E5-4478-A330-3DD1401F22E8}" srcOrd="4" destOrd="0" presId="urn:microsoft.com/office/officeart/2005/8/layout/default"/>
    <dgm:cxn modelId="{D4A9FBA6-1263-4E86-8E1F-98416FC5BC41}" type="presParOf" srcId="{AE0351A0-CFC6-44AF-AD55-C9BE79D8E56B}" destId="{639175C1-6049-4DAC-8D62-82CDD989A0E8}" srcOrd="5" destOrd="0" presId="urn:microsoft.com/office/officeart/2005/8/layout/default"/>
    <dgm:cxn modelId="{10C49BBE-51B4-4489-9A91-9F5739099126}" type="presParOf" srcId="{AE0351A0-CFC6-44AF-AD55-C9BE79D8E56B}" destId="{DC7B8526-CF7F-4CB1-9DB9-01993FC9ACD2}" srcOrd="6" destOrd="0" presId="urn:microsoft.com/office/officeart/2005/8/layout/default"/>
    <dgm:cxn modelId="{56BF40C7-4006-479F-BD0F-0C2BFBD5BA21}" type="presParOf" srcId="{AE0351A0-CFC6-44AF-AD55-C9BE79D8E56B}" destId="{3EBB5406-88E7-4F52-BA38-4881C659D494}" srcOrd="7" destOrd="0" presId="urn:microsoft.com/office/officeart/2005/8/layout/default"/>
    <dgm:cxn modelId="{DE2E09E9-F8C9-421A-BDE1-49D98E35882A}" type="presParOf" srcId="{AE0351A0-CFC6-44AF-AD55-C9BE79D8E56B}" destId="{85A4E82F-415A-48B6-95FF-9DC5AF9EDC1C}" srcOrd="8" destOrd="0" presId="urn:microsoft.com/office/officeart/2005/8/layout/default"/>
    <dgm:cxn modelId="{A096098A-F093-4211-A9EF-FBDC31671E92}" type="presParOf" srcId="{AE0351A0-CFC6-44AF-AD55-C9BE79D8E56B}" destId="{5B073265-BE48-492B-8279-53E487397B82}" srcOrd="9" destOrd="0" presId="urn:microsoft.com/office/officeart/2005/8/layout/default"/>
    <dgm:cxn modelId="{CC4CDD8C-2840-49AA-8989-5162141977D4}" type="presParOf" srcId="{AE0351A0-CFC6-44AF-AD55-C9BE79D8E56B}" destId="{06D5A425-3A66-4D0D-9E73-440672487057}" srcOrd="10" destOrd="0" presId="urn:microsoft.com/office/officeart/2005/8/layout/default"/>
    <dgm:cxn modelId="{5C4AE33C-B198-4101-B6C2-5DF18A2E7F03}" type="presParOf" srcId="{AE0351A0-CFC6-44AF-AD55-C9BE79D8E56B}" destId="{B84A34C9-1D19-4589-A6CA-4E4E2A7F57CE}" srcOrd="11" destOrd="0" presId="urn:microsoft.com/office/officeart/2005/8/layout/default"/>
    <dgm:cxn modelId="{4265F5B0-86D5-4179-A3F4-33FF1B93CFE3}" type="presParOf" srcId="{AE0351A0-CFC6-44AF-AD55-C9BE79D8E56B}" destId="{8E481EC0-CD71-4A71-B4F0-0D9F3A184A0E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485F9B-29B7-4790-80B4-360A9FB68B7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87BB84-5BE5-4A12-AAE4-8F4CE432A1B7}">
      <dgm:prSet/>
      <dgm:spPr/>
      <dgm:t>
        <a:bodyPr/>
        <a:lstStyle/>
        <a:p>
          <a:r>
            <a:rPr lang="en-IN" dirty="0"/>
            <a:t>Easy to use </a:t>
          </a:r>
          <a:endParaRPr lang="en-US" dirty="0"/>
        </a:p>
      </dgm:t>
    </dgm:pt>
    <dgm:pt modelId="{711539E7-2569-4983-B3EB-F4C7D454A6DF}" type="parTrans" cxnId="{839E851B-8B24-48FF-AB40-9D76BD1C649F}">
      <dgm:prSet/>
      <dgm:spPr/>
      <dgm:t>
        <a:bodyPr/>
        <a:lstStyle/>
        <a:p>
          <a:endParaRPr lang="en-US"/>
        </a:p>
      </dgm:t>
    </dgm:pt>
    <dgm:pt modelId="{AF4F2C0B-4731-4DD8-9A51-60806BA5DD3D}" type="sibTrans" cxnId="{839E851B-8B24-48FF-AB40-9D76BD1C649F}">
      <dgm:prSet/>
      <dgm:spPr/>
      <dgm:t>
        <a:bodyPr/>
        <a:lstStyle/>
        <a:p>
          <a:endParaRPr lang="en-US"/>
        </a:p>
      </dgm:t>
    </dgm:pt>
    <dgm:pt modelId="{54998F07-ABD9-4727-8239-27D5FEE5105B}">
      <dgm:prSet/>
      <dgm:spPr/>
      <dgm:t>
        <a:bodyPr/>
        <a:lstStyle/>
        <a:p>
          <a:r>
            <a:rPr lang="en-IN" dirty="0"/>
            <a:t>Fast calculations </a:t>
          </a:r>
          <a:endParaRPr lang="en-US" dirty="0"/>
        </a:p>
      </dgm:t>
    </dgm:pt>
    <dgm:pt modelId="{D7BB5B13-76D8-4C70-9308-26A6551D2C1E}" type="parTrans" cxnId="{CDB53915-5C29-4957-97F3-0131234C9BAA}">
      <dgm:prSet/>
      <dgm:spPr/>
      <dgm:t>
        <a:bodyPr/>
        <a:lstStyle/>
        <a:p>
          <a:endParaRPr lang="en-US"/>
        </a:p>
      </dgm:t>
    </dgm:pt>
    <dgm:pt modelId="{7056EB61-3E43-4E32-9397-AF21EE91DFDE}" type="sibTrans" cxnId="{CDB53915-5C29-4957-97F3-0131234C9BAA}">
      <dgm:prSet/>
      <dgm:spPr/>
      <dgm:t>
        <a:bodyPr/>
        <a:lstStyle/>
        <a:p>
          <a:endParaRPr lang="en-US"/>
        </a:p>
      </dgm:t>
    </dgm:pt>
    <dgm:pt modelId="{C640D7B9-6B14-4E3D-8DC2-D361F534FCB2}">
      <dgm:prSet/>
      <dgm:spPr/>
      <dgm:t>
        <a:bodyPr/>
        <a:lstStyle/>
        <a:p>
          <a:r>
            <a:rPr lang="en-IN" dirty="0"/>
            <a:t>Data organization </a:t>
          </a:r>
          <a:endParaRPr lang="en-US" dirty="0"/>
        </a:p>
      </dgm:t>
    </dgm:pt>
    <dgm:pt modelId="{46EBF3CC-9AF1-45DA-85BF-D3744B06A42B}" type="parTrans" cxnId="{BEEFD94C-A8FD-457A-98E0-77EE24BBD9E6}">
      <dgm:prSet/>
      <dgm:spPr/>
      <dgm:t>
        <a:bodyPr/>
        <a:lstStyle/>
        <a:p>
          <a:endParaRPr lang="en-US"/>
        </a:p>
      </dgm:t>
    </dgm:pt>
    <dgm:pt modelId="{184BCD3A-957C-4547-9B2A-53DD9CF6EBA4}" type="sibTrans" cxnId="{BEEFD94C-A8FD-457A-98E0-77EE24BBD9E6}">
      <dgm:prSet/>
      <dgm:spPr/>
      <dgm:t>
        <a:bodyPr/>
        <a:lstStyle/>
        <a:p>
          <a:endParaRPr lang="en-US"/>
        </a:p>
      </dgm:t>
    </dgm:pt>
    <dgm:pt modelId="{AD34B3AB-92DB-4037-854E-C060816124FF}">
      <dgm:prSet/>
      <dgm:spPr/>
      <dgm:t>
        <a:bodyPr/>
        <a:lstStyle/>
        <a:p>
          <a:r>
            <a:rPr lang="en-IN" dirty="0"/>
            <a:t>Powerful analysis tools </a:t>
          </a:r>
          <a:endParaRPr lang="en-US" dirty="0"/>
        </a:p>
      </dgm:t>
    </dgm:pt>
    <dgm:pt modelId="{62AC7AC9-DE2F-43BB-85CD-79DC279AB1B7}" type="parTrans" cxnId="{FC318EF9-6D77-4672-A0F1-B44FFAD08814}">
      <dgm:prSet/>
      <dgm:spPr/>
      <dgm:t>
        <a:bodyPr/>
        <a:lstStyle/>
        <a:p>
          <a:endParaRPr lang="en-US"/>
        </a:p>
      </dgm:t>
    </dgm:pt>
    <dgm:pt modelId="{C1C2D962-E90C-45F2-B1AC-006F54ED7F4E}" type="sibTrans" cxnId="{FC318EF9-6D77-4672-A0F1-B44FFAD08814}">
      <dgm:prSet/>
      <dgm:spPr/>
      <dgm:t>
        <a:bodyPr/>
        <a:lstStyle/>
        <a:p>
          <a:endParaRPr lang="en-US"/>
        </a:p>
      </dgm:t>
    </dgm:pt>
    <dgm:pt modelId="{314E5B7F-375A-482A-97AD-354BD890083A}">
      <dgm:prSet/>
      <dgm:spPr/>
      <dgm:t>
        <a:bodyPr/>
        <a:lstStyle/>
        <a:p>
          <a:r>
            <a:rPr lang="en-IN" dirty="0"/>
            <a:t>Professional reporting</a:t>
          </a:r>
          <a:endParaRPr lang="en-US" dirty="0"/>
        </a:p>
      </dgm:t>
    </dgm:pt>
    <dgm:pt modelId="{8FF8449A-8489-460E-925A-7124EA5112DC}" type="parTrans" cxnId="{EBC8DBAC-31FB-47D6-A585-FCD7C80B4D77}">
      <dgm:prSet/>
      <dgm:spPr/>
      <dgm:t>
        <a:bodyPr/>
        <a:lstStyle/>
        <a:p>
          <a:endParaRPr lang="en-US"/>
        </a:p>
      </dgm:t>
    </dgm:pt>
    <dgm:pt modelId="{A6AF2918-704E-4102-BA11-CD1C2156512D}" type="sibTrans" cxnId="{EBC8DBAC-31FB-47D6-A585-FCD7C80B4D77}">
      <dgm:prSet/>
      <dgm:spPr/>
      <dgm:t>
        <a:bodyPr/>
        <a:lstStyle/>
        <a:p>
          <a:endParaRPr lang="en-US"/>
        </a:p>
      </dgm:t>
    </dgm:pt>
    <dgm:pt modelId="{9DC6CEE5-D2C1-423A-822A-CB735B697182}" type="pres">
      <dgm:prSet presAssocID="{33485F9B-29B7-4790-80B4-360A9FB68B79}" presName="linear" presStyleCnt="0">
        <dgm:presLayoutVars>
          <dgm:animLvl val="lvl"/>
          <dgm:resizeHandles val="exact"/>
        </dgm:presLayoutVars>
      </dgm:prSet>
      <dgm:spPr/>
    </dgm:pt>
    <dgm:pt modelId="{C2C3142A-EDE7-49DB-8895-78378F40E93B}" type="pres">
      <dgm:prSet presAssocID="{FB87BB84-5BE5-4A12-AAE4-8F4CE432A1B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681A6F2-5C5E-473D-A865-364D230998C1}" type="pres">
      <dgm:prSet presAssocID="{AF4F2C0B-4731-4DD8-9A51-60806BA5DD3D}" presName="spacer" presStyleCnt="0"/>
      <dgm:spPr/>
    </dgm:pt>
    <dgm:pt modelId="{CD8FA03B-1157-4AE2-9EB0-C1B580DD0675}" type="pres">
      <dgm:prSet presAssocID="{54998F07-ABD9-4727-8239-27D5FEE5105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2869976-3024-47C9-9197-B49F794F1B58}" type="pres">
      <dgm:prSet presAssocID="{7056EB61-3E43-4E32-9397-AF21EE91DFDE}" presName="spacer" presStyleCnt="0"/>
      <dgm:spPr/>
    </dgm:pt>
    <dgm:pt modelId="{77288D4C-2ECD-4A71-9278-83987CF23598}" type="pres">
      <dgm:prSet presAssocID="{C640D7B9-6B14-4E3D-8DC2-D361F534FCB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89A6B2B-236D-49E0-BB20-84F7E38FF941}" type="pres">
      <dgm:prSet presAssocID="{184BCD3A-957C-4547-9B2A-53DD9CF6EBA4}" presName="spacer" presStyleCnt="0"/>
      <dgm:spPr/>
    </dgm:pt>
    <dgm:pt modelId="{6884C86D-7DF7-4D49-927A-F4B176E5DBC9}" type="pres">
      <dgm:prSet presAssocID="{AD34B3AB-92DB-4037-854E-C060816124F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8205564-E3A4-449C-B69A-3ADF101D1B30}" type="pres">
      <dgm:prSet presAssocID="{C1C2D962-E90C-45F2-B1AC-006F54ED7F4E}" presName="spacer" presStyleCnt="0"/>
      <dgm:spPr/>
    </dgm:pt>
    <dgm:pt modelId="{EFF94E32-7CE8-418B-97FC-24793C694967}" type="pres">
      <dgm:prSet presAssocID="{314E5B7F-375A-482A-97AD-354BD890083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8424C08-19F4-49F1-811A-CAD0A773BF70}" type="presOf" srcId="{314E5B7F-375A-482A-97AD-354BD890083A}" destId="{EFF94E32-7CE8-418B-97FC-24793C694967}" srcOrd="0" destOrd="0" presId="urn:microsoft.com/office/officeart/2005/8/layout/vList2"/>
    <dgm:cxn modelId="{CDB53915-5C29-4957-97F3-0131234C9BAA}" srcId="{33485F9B-29B7-4790-80B4-360A9FB68B79}" destId="{54998F07-ABD9-4727-8239-27D5FEE5105B}" srcOrd="1" destOrd="0" parTransId="{D7BB5B13-76D8-4C70-9308-26A6551D2C1E}" sibTransId="{7056EB61-3E43-4E32-9397-AF21EE91DFDE}"/>
    <dgm:cxn modelId="{839E851B-8B24-48FF-AB40-9D76BD1C649F}" srcId="{33485F9B-29B7-4790-80B4-360A9FB68B79}" destId="{FB87BB84-5BE5-4A12-AAE4-8F4CE432A1B7}" srcOrd="0" destOrd="0" parTransId="{711539E7-2569-4983-B3EB-F4C7D454A6DF}" sibTransId="{AF4F2C0B-4731-4DD8-9A51-60806BA5DD3D}"/>
    <dgm:cxn modelId="{4BEB623D-A140-45B9-8BF0-88DDE77EB10F}" type="presOf" srcId="{AD34B3AB-92DB-4037-854E-C060816124FF}" destId="{6884C86D-7DF7-4D49-927A-F4B176E5DBC9}" srcOrd="0" destOrd="0" presId="urn:microsoft.com/office/officeart/2005/8/layout/vList2"/>
    <dgm:cxn modelId="{BEEFD94C-A8FD-457A-98E0-77EE24BBD9E6}" srcId="{33485F9B-29B7-4790-80B4-360A9FB68B79}" destId="{C640D7B9-6B14-4E3D-8DC2-D361F534FCB2}" srcOrd="2" destOrd="0" parTransId="{46EBF3CC-9AF1-45DA-85BF-D3744B06A42B}" sibTransId="{184BCD3A-957C-4547-9B2A-53DD9CF6EBA4}"/>
    <dgm:cxn modelId="{71FAD752-0291-475B-83FF-69ED7F25A6DD}" type="presOf" srcId="{FB87BB84-5BE5-4A12-AAE4-8F4CE432A1B7}" destId="{C2C3142A-EDE7-49DB-8895-78378F40E93B}" srcOrd="0" destOrd="0" presId="urn:microsoft.com/office/officeart/2005/8/layout/vList2"/>
    <dgm:cxn modelId="{E49F7D8E-CD63-4DD5-A907-9810CCCF5B18}" type="presOf" srcId="{33485F9B-29B7-4790-80B4-360A9FB68B79}" destId="{9DC6CEE5-D2C1-423A-822A-CB735B697182}" srcOrd="0" destOrd="0" presId="urn:microsoft.com/office/officeart/2005/8/layout/vList2"/>
    <dgm:cxn modelId="{50CB2194-CBBC-4B24-8CF4-3AD0B30EA6C5}" type="presOf" srcId="{54998F07-ABD9-4727-8239-27D5FEE5105B}" destId="{CD8FA03B-1157-4AE2-9EB0-C1B580DD0675}" srcOrd="0" destOrd="0" presId="urn:microsoft.com/office/officeart/2005/8/layout/vList2"/>
    <dgm:cxn modelId="{EBC8DBAC-31FB-47D6-A585-FCD7C80B4D77}" srcId="{33485F9B-29B7-4790-80B4-360A9FB68B79}" destId="{314E5B7F-375A-482A-97AD-354BD890083A}" srcOrd="4" destOrd="0" parTransId="{8FF8449A-8489-460E-925A-7124EA5112DC}" sibTransId="{A6AF2918-704E-4102-BA11-CD1C2156512D}"/>
    <dgm:cxn modelId="{DCB157F6-1FD2-4C17-9D1E-D7B5D3D538A9}" type="presOf" srcId="{C640D7B9-6B14-4E3D-8DC2-D361F534FCB2}" destId="{77288D4C-2ECD-4A71-9278-83987CF23598}" srcOrd="0" destOrd="0" presId="urn:microsoft.com/office/officeart/2005/8/layout/vList2"/>
    <dgm:cxn modelId="{FC318EF9-6D77-4672-A0F1-B44FFAD08814}" srcId="{33485F9B-29B7-4790-80B4-360A9FB68B79}" destId="{AD34B3AB-92DB-4037-854E-C060816124FF}" srcOrd="3" destOrd="0" parTransId="{62AC7AC9-DE2F-43BB-85CD-79DC279AB1B7}" sibTransId="{C1C2D962-E90C-45F2-B1AC-006F54ED7F4E}"/>
    <dgm:cxn modelId="{10549C7F-72DE-45DB-BA29-068FE58DFE6F}" type="presParOf" srcId="{9DC6CEE5-D2C1-423A-822A-CB735B697182}" destId="{C2C3142A-EDE7-49DB-8895-78378F40E93B}" srcOrd="0" destOrd="0" presId="urn:microsoft.com/office/officeart/2005/8/layout/vList2"/>
    <dgm:cxn modelId="{B7ABBF7E-A24A-4DA6-A874-2CE1D02B0929}" type="presParOf" srcId="{9DC6CEE5-D2C1-423A-822A-CB735B697182}" destId="{1681A6F2-5C5E-473D-A865-364D230998C1}" srcOrd="1" destOrd="0" presId="urn:microsoft.com/office/officeart/2005/8/layout/vList2"/>
    <dgm:cxn modelId="{931660D3-3BDE-46A0-BFBF-217ACA8D508B}" type="presParOf" srcId="{9DC6CEE5-D2C1-423A-822A-CB735B697182}" destId="{CD8FA03B-1157-4AE2-9EB0-C1B580DD0675}" srcOrd="2" destOrd="0" presId="urn:microsoft.com/office/officeart/2005/8/layout/vList2"/>
    <dgm:cxn modelId="{E7DBE67B-F2A5-49D8-9C88-7FC0B5ED660D}" type="presParOf" srcId="{9DC6CEE5-D2C1-423A-822A-CB735B697182}" destId="{32869976-3024-47C9-9197-B49F794F1B58}" srcOrd="3" destOrd="0" presId="urn:microsoft.com/office/officeart/2005/8/layout/vList2"/>
    <dgm:cxn modelId="{1A5CB71B-444D-4A32-80E4-E13978905114}" type="presParOf" srcId="{9DC6CEE5-D2C1-423A-822A-CB735B697182}" destId="{77288D4C-2ECD-4A71-9278-83987CF23598}" srcOrd="4" destOrd="0" presId="urn:microsoft.com/office/officeart/2005/8/layout/vList2"/>
    <dgm:cxn modelId="{ACA3C083-FF4A-420F-ABE3-4A121BFE6458}" type="presParOf" srcId="{9DC6CEE5-D2C1-423A-822A-CB735B697182}" destId="{489A6B2B-236D-49E0-BB20-84F7E38FF941}" srcOrd="5" destOrd="0" presId="urn:microsoft.com/office/officeart/2005/8/layout/vList2"/>
    <dgm:cxn modelId="{34583748-B2CB-4D08-8323-CA158D4BC716}" type="presParOf" srcId="{9DC6CEE5-D2C1-423A-822A-CB735B697182}" destId="{6884C86D-7DF7-4D49-927A-F4B176E5DBC9}" srcOrd="6" destOrd="0" presId="urn:microsoft.com/office/officeart/2005/8/layout/vList2"/>
    <dgm:cxn modelId="{B7CD3DE1-E6CB-43E1-9DF3-D73727886A15}" type="presParOf" srcId="{9DC6CEE5-D2C1-423A-822A-CB735B697182}" destId="{68205564-E3A4-449C-B69A-3ADF101D1B30}" srcOrd="7" destOrd="0" presId="urn:microsoft.com/office/officeart/2005/8/layout/vList2"/>
    <dgm:cxn modelId="{781AD39F-5ACE-4F12-8DFB-BF3019B653D6}" type="presParOf" srcId="{9DC6CEE5-D2C1-423A-822A-CB735B697182}" destId="{EFF94E32-7CE8-418B-97FC-24793C69496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FD1B59-D9A7-453C-9516-7EDC20474D4C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8D623E-B54D-4639-A68C-C3EB5BA28DE2}">
      <dgm:prSet/>
      <dgm:spPr/>
      <dgm:t>
        <a:bodyPr/>
        <a:lstStyle/>
        <a:p>
          <a:r>
            <a:rPr lang="en-IN" dirty="0"/>
            <a:t>Not ideal for very large databases </a:t>
          </a:r>
          <a:endParaRPr lang="en-US" dirty="0"/>
        </a:p>
      </dgm:t>
    </dgm:pt>
    <dgm:pt modelId="{BE29FB48-612D-4C73-B215-739EF9C0ADD8}" type="parTrans" cxnId="{6FC4A4EB-F854-42DF-962D-2D769897F209}">
      <dgm:prSet/>
      <dgm:spPr/>
      <dgm:t>
        <a:bodyPr/>
        <a:lstStyle/>
        <a:p>
          <a:endParaRPr lang="en-US"/>
        </a:p>
      </dgm:t>
    </dgm:pt>
    <dgm:pt modelId="{817A3FFE-84F8-4292-AAD7-BDC3AA67E567}" type="sibTrans" cxnId="{6FC4A4EB-F854-42DF-962D-2D769897F209}">
      <dgm:prSet/>
      <dgm:spPr/>
      <dgm:t>
        <a:bodyPr/>
        <a:lstStyle/>
        <a:p>
          <a:endParaRPr lang="en-US"/>
        </a:p>
      </dgm:t>
    </dgm:pt>
    <dgm:pt modelId="{2BCE84FA-95CF-4A4D-A688-F545AEBD9585}">
      <dgm:prSet/>
      <dgm:spPr/>
      <dgm:t>
        <a:bodyPr/>
        <a:lstStyle/>
        <a:p>
          <a:r>
            <a:rPr lang="en-IN" dirty="0"/>
            <a:t>Prone to manual data-entry errors </a:t>
          </a:r>
          <a:endParaRPr lang="en-US" dirty="0"/>
        </a:p>
      </dgm:t>
    </dgm:pt>
    <dgm:pt modelId="{AC366F19-CCE3-4F90-9E11-E16FAD6C5F40}" type="parTrans" cxnId="{7AF8A736-3274-4636-A477-56D4055055E6}">
      <dgm:prSet/>
      <dgm:spPr/>
      <dgm:t>
        <a:bodyPr/>
        <a:lstStyle/>
        <a:p>
          <a:endParaRPr lang="en-US"/>
        </a:p>
      </dgm:t>
    </dgm:pt>
    <dgm:pt modelId="{DA30E865-0F34-4DA2-9EA8-78BD9CF804A0}" type="sibTrans" cxnId="{7AF8A736-3274-4636-A477-56D4055055E6}">
      <dgm:prSet/>
      <dgm:spPr/>
      <dgm:t>
        <a:bodyPr/>
        <a:lstStyle/>
        <a:p>
          <a:endParaRPr lang="en-US"/>
        </a:p>
      </dgm:t>
    </dgm:pt>
    <dgm:pt modelId="{2CCFBEDF-F32B-4012-A584-D486C24D52F8}">
      <dgm:prSet/>
      <dgm:spPr/>
      <dgm:t>
        <a:bodyPr/>
        <a:lstStyle/>
        <a:p>
          <a:r>
            <a:rPr lang="en-IN" dirty="0"/>
            <a:t>Collaboration can be challenging without cloud features</a:t>
          </a:r>
          <a:endParaRPr lang="en-US" dirty="0"/>
        </a:p>
      </dgm:t>
    </dgm:pt>
    <dgm:pt modelId="{4F1CE903-DD82-4D43-A7EF-01EA8AF7E046}" type="parTrans" cxnId="{8DC4B44C-7508-479C-A29A-C3E2AC522FD2}">
      <dgm:prSet/>
      <dgm:spPr/>
      <dgm:t>
        <a:bodyPr/>
        <a:lstStyle/>
        <a:p>
          <a:endParaRPr lang="en-US"/>
        </a:p>
      </dgm:t>
    </dgm:pt>
    <dgm:pt modelId="{FF05A8A8-B068-46AA-A5E3-BE96C47A8557}" type="sibTrans" cxnId="{8DC4B44C-7508-479C-A29A-C3E2AC522FD2}">
      <dgm:prSet/>
      <dgm:spPr/>
      <dgm:t>
        <a:bodyPr/>
        <a:lstStyle/>
        <a:p>
          <a:endParaRPr lang="en-US"/>
        </a:p>
      </dgm:t>
    </dgm:pt>
    <dgm:pt modelId="{21589170-4A1C-4F1A-93CD-D6A778BA3805}" type="pres">
      <dgm:prSet presAssocID="{7EFD1B59-D9A7-453C-9516-7EDC20474D4C}" presName="diagram" presStyleCnt="0">
        <dgm:presLayoutVars>
          <dgm:dir/>
          <dgm:resizeHandles val="exact"/>
        </dgm:presLayoutVars>
      </dgm:prSet>
      <dgm:spPr/>
    </dgm:pt>
    <dgm:pt modelId="{F80EE05B-98D8-4598-9EAB-6BD65BA428CF}" type="pres">
      <dgm:prSet presAssocID="{3D8D623E-B54D-4639-A68C-C3EB5BA28DE2}" presName="arrow" presStyleLbl="node1" presStyleIdx="0" presStyleCnt="3">
        <dgm:presLayoutVars>
          <dgm:bulletEnabled val="1"/>
        </dgm:presLayoutVars>
      </dgm:prSet>
      <dgm:spPr/>
    </dgm:pt>
    <dgm:pt modelId="{067351F0-DB6C-46D7-A6E8-F6990A4526B8}" type="pres">
      <dgm:prSet presAssocID="{2BCE84FA-95CF-4A4D-A688-F545AEBD9585}" presName="arrow" presStyleLbl="node1" presStyleIdx="1" presStyleCnt="3">
        <dgm:presLayoutVars>
          <dgm:bulletEnabled val="1"/>
        </dgm:presLayoutVars>
      </dgm:prSet>
      <dgm:spPr/>
    </dgm:pt>
    <dgm:pt modelId="{7A031EE8-6E3B-4B70-81A7-432C9349F084}" type="pres">
      <dgm:prSet presAssocID="{2CCFBEDF-F32B-4012-A584-D486C24D52F8}" presName="arrow" presStyleLbl="node1" presStyleIdx="2" presStyleCnt="3">
        <dgm:presLayoutVars>
          <dgm:bulletEnabled val="1"/>
        </dgm:presLayoutVars>
      </dgm:prSet>
      <dgm:spPr/>
    </dgm:pt>
  </dgm:ptLst>
  <dgm:cxnLst>
    <dgm:cxn modelId="{7AF8A736-3274-4636-A477-56D4055055E6}" srcId="{7EFD1B59-D9A7-453C-9516-7EDC20474D4C}" destId="{2BCE84FA-95CF-4A4D-A688-F545AEBD9585}" srcOrd="1" destOrd="0" parTransId="{AC366F19-CCE3-4F90-9E11-E16FAD6C5F40}" sibTransId="{DA30E865-0F34-4DA2-9EA8-78BD9CF804A0}"/>
    <dgm:cxn modelId="{8DC4B44C-7508-479C-A29A-C3E2AC522FD2}" srcId="{7EFD1B59-D9A7-453C-9516-7EDC20474D4C}" destId="{2CCFBEDF-F32B-4012-A584-D486C24D52F8}" srcOrd="2" destOrd="0" parTransId="{4F1CE903-DD82-4D43-A7EF-01EA8AF7E046}" sibTransId="{FF05A8A8-B068-46AA-A5E3-BE96C47A8557}"/>
    <dgm:cxn modelId="{4AE17390-0EC4-4765-90D2-EC426A0CAD06}" type="presOf" srcId="{3D8D623E-B54D-4639-A68C-C3EB5BA28DE2}" destId="{F80EE05B-98D8-4598-9EAB-6BD65BA428CF}" srcOrd="0" destOrd="0" presId="urn:microsoft.com/office/officeart/2005/8/layout/arrow5"/>
    <dgm:cxn modelId="{F423BCB0-544A-4BC9-BD34-B4D71152C996}" type="presOf" srcId="{2BCE84FA-95CF-4A4D-A688-F545AEBD9585}" destId="{067351F0-DB6C-46D7-A6E8-F6990A4526B8}" srcOrd="0" destOrd="0" presId="urn:microsoft.com/office/officeart/2005/8/layout/arrow5"/>
    <dgm:cxn modelId="{FF8A5FDF-2384-47CA-8483-FEEDA8430BEA}" type="presOf" srcId="{7EFD1B59-D9A7-453C-9516-7EDC20474D4C}" destId="{21589170-4A1C-4F1A-93CD-D6A778BA3805}" srcOrd="0" destOrd="0" presId="urn:microsoft.com/office/officeart/2005/8/layout/arrow5"/>
    <dgm:cxn modelId="{BEECA2E9-3334-42C9-8F6D-343A4B8304F8}" type="presOf" srcId="{2CCFBEDF-F32B-4012-A584-D486C24D52F8}" destId="{7A031EE8-6E3B-4B70-81A7-432C9349F084}" srcOrd="0" destOrd="0" presId="urn:microsoft.com/office/officeart/2005/8/layout/arrow5"/>
    <dgm:cxn modelId="{6FC4A4EB-F854-42DF-962D-2D769897F209}" srcId="{7EFD1B59-D9A7-453C-9516-7EDC20474D4C}" destId="{3D8D623E-B54D-4639-A68C-C3EB5BA28DE2}" srcOrd="0" destOrd="0" parTransId="{BE29FB48-612D-4C73-B215-739EF9C0ADD8}" sibTransId="{817A3FFE-84F8-4292-AAD7-BDC3AA67E567}"/>
    <dgm:cxn modelId="{44FD2CB2-BFB1-4EF0-BE72-5C0D2170C988}" type="presParOf" srcId="{21589170-4A1C-4F1A-93CD-D6A778BA3805}" destId="{F80EE05B-98D8-4598-9EAB-6BD65BA428CF}" srcOrd="0" destOrd="0" presId="urn:microsoft.com/office/officeart/2005/8/layout/arrow5"/>
    <dgm:cxn modelId="{3BE5A047-4656-46C1-919F-E8C9383D3B70}" type="presParOf" srcId="{21589170-4A1C-4F1A-93CD-D6A778BA3805}" destId="{067351F0-DB6C-46D7-A6E8-F6990A4526B8}" srcOrd="1" destOrd="0" presId="urn:microsoft.com/office/officeart/2005/8/layout/arrow5"/>
    <dgm:cxn modelId="{D5C1A25F-FF05-4655-945B-29A31C07BCFE}" type="presParOf" srcId="{21589170-4A1C-4F1A-93CD-D6A778BA3805}" destId="{7A031EE8-6E3B-4B70-81A7-432C9349F084}" srcOrd="2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6A4B55-EFDC-4340-A576-82F3FC64718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43F961-152D-4597-8212-0B63051028E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Summary of key points </a:t>
          </a:r>
          <a:endParaRPr lang="en-US" dirty="0"/>
        </a:p>
      </dgm:t>
    </dgm:pt>
    <dgm:pt modelId="{FA7BA6F1-2690-409E-8352-144992755FE6}" type="parTrans" cxnId="{FE3C2C99-2A99-421D-B291-04827C848E73}">
      <dgm:prSet/>
      <dgm:spPr/>
      <dgm:t>
        <a:bodyPr/>
        <a:lstStyle/>
        <a:p>
          <a:endParaRPr lang="en-US"/>
        </a:p>
      </dgm:t>
    </dgm:pt>
    <dgm:pt modelId="{FD5F320A-3E85-4E82-AEDA-203269F50569}" type="sibTrans" cxnId="{FE3C2C99-2A99-421D-B291-04827C848E73}">
      <dgm:prSet/>
      <dgm:spPr/>
      <dgm:t>
        <a:bodyPr/>
        <a:lstStyle/>
        <a:p>
          <a:endParaRPr lang="en-US"/>
        </a:p>
      </dgm:t>
    </dgm:pt>
    <dgm:pt modelId="{D3D5B09D-1379-447A-A374-EDAC91C4B5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Importance of Excel in education and business</a:t>
          </a:r>
          <a:endParaRPr lang="en-US" dirty="0"/>
        </a:p>
      </dgm:t>
    </dgm:pt>
    <dgm:pt modelId="{222440E7-46F8-4AD2-AD72-B8B482AB9254}" type="parTrans" cxnId="{387FBE92-FD6D-4A91-87B2-744BA4B41D53}">
      <dgm:prSet/>
      <dgm:spPr/>
      <dgm:t>
        <a:bodyPr/>
        <a:lstStyle/>
        <a:p>
          <a:endParaRPr lang="en-US"/>
        </a:p>
      </dgm:t>
    </dgm:pt>
    <dgm:pt modelId="{5408604A-FE97-4D71-A040-F00C1AC31749}" type="sibTrans" cxnId="{387FBE92-FD6D-4A91-87B2-744BA4B41D53}">
      <dgm:prSet/>
      <dgm:spPr/>
      <dgm:t>
        <a:bodyPr/>
        <a:lstStyle/>
        <a:p>
          <a:endParaRPr lang="en-US"/>
        </a:p>
      </dgm:t>
    </dgm:pt>
    <dgm:pt modelId="{2CD7D7C5-EE8F-4D9F-B0F0-819FCA9297EB}" type="pres">
      <dgm:prSet presAssocID="{EC6A4B55-EFDC-4340-A576-82F3FC64718F}" presName="root" presStyleCnt="0">
        <dgm:presLayoutVars>
          <dgm:dir/>
          <dgm:resizeHandles val="exact"/>
        </dgm:presLayoutVars>
      </dgm:prSet>
      <dgm:spPr/>
    </dgm:pt>
    <dgm:pt modelId="{F5040597-8A2D-4F22-8A71-8BDA367FC8CF}" type="pres">
      <dgm:prSet presAssocID="{C843F961-152D-4597-8212-0B63051028EA}" presName="compNode" presStyleCnt="0"/>
      <dgm:spPr/>
    </dgm:pt>
    <dgm:pt modelId="{AF9349E3-9406-4CCA-BF53-90E2A5ABB656}" type="pres">
      <dgm:prSet presAssocID="{C843F961-152D-4597-8212-0B63051028E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233ABF3-11C3-451D-A698-CF54CE42C7BC}" type="pres">
      <dgm:prSet presAssocID="{C843F961-152D-4597-8212-0B63051028EA}" presName="spaceRect" presStyleCnt="0"/>
      <dgm:spPr/>
    </dgm:pt>
    <dgm:pt modelId="{75084940-B3F8-4041-9D4F-2D8654D28729}" type="pres">
      <dgm:prSet presAssocID="{C843F961-152D-4597-8212-0B63051028EA}" presName="textRect" presStyleLbl="revTx" presStyleIdx="0" presStyleCnt="2">
        <dgm:presLayoutVars>
          <dgm:chMax val="1"/>
          <dgm:chPref val="1"/>
        </dgm:presLayoutVars>
      </dgm:prSet>
      <dgm:spPr/>
    </dgm:pt>
    <dgm:pt modelId="{A63E43FC-A4BA-4509-A973-8B22395E67F5}" type="pres">
      <dgm:prSet presAssocID="{FD5F320A-3E85-4E82-AEDA-203269F50569}" presName="sibTrans" presStyleCnt="0"/>
      <dgm:spPr/>
    </dgm:pt>
    <dgm:pt modelId="{80C16EB2-1255-4CCF-8063-1F6B8D62424F}" type="pres">
      <dgm:prSet presAssocID="{D3D5B09D-1379-447A-A374-EDAC91C4B52B}" presName="compNode" presStyleCnt="0"/>
      <dgm:spPr/>
    </dgm:pt>
    <dgm:pt modelId="{1DB9208B-E0E4-49B0-812F-DD8C987B80FF}" type="pres">
      <dgm:prSet presAssocID="{D3D5B09D-1379-447A-A374-EDAC91C4B52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E0F2E3D-9B5E-4E76-ABDB-A64AA22703D9}" type="pres">
      <dgm:prSet presAssocID="{D3D5B09D-1379-447A-A374-EDAC91C4B52B}" presName="spaceRect" presStyleCnt="0"/>
      <dgm:spPr/>
    </dgm:pt>
    <dgm:pt modelId="{79581136-5E76-4DC1-A7B2-BCA4E4CAD287}" type="pres">
      <dgm:prSet presAssocID="{D3D5B09D-1379-447A-A374-EDAC91C4B52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E08640-0021-4B7E-9444-CED784955389}" type="presOf" srcId="{C843F961-152D-4597-8212-0B63051028EA}" destId="{75084940-B3F8-4041-9D4F-2D8654D28729}" srcOrd="0" destOrd="0" presId="urn:microsoft.com/office/officeart/2018/2/layout/IconLabelList"/>
    <dgm:cxn modelId="{CAF66574-7910-4BFD-9281-84CC62DE273F}" type="presOf" srcId="{EC6A4B55-EFDC-4340-A576-82F3FC64718F}" destId="{2CD7D7C5-EE8F-4D9F-B0F0-819FCA9297EB}" srcOrd="0" destOrd="0" presId="urn:microsoft.com/office/officeart/2018/2/layout/IconLabelList"/>
    <dgm:cxn modelId="{387FBE92-FD6D-4A91-87B2-744BA4B41D53}" srcId="{EC6A4B55-EFDC-4340-A576-82F3FC64718F}" destId="{D3D5B09D-1379-447A-A374-EDAC91C4B52B}" srcOrd="1" destOrd="0" parTransId="{222440E7-46F8-4AD2-AD72-B8B482AB9254}" sibTransId="{5408604A-FE97-4D71-A040-F00C1AC31749}"/>
    <dgm:cxn modelId="{FE3C2C99-2A99-421D-B291-04827C848E73}" srcId="{EC6A4B55-EFDC-4340-A576-82F3FC64718F}" destId="{C843F961-152D-4597-8212-0B63051028EA}" srcOrd="0" destOrd="0" parTransId="{FA7BA6F1-2690-409E-8352-144992755FE6}" sibTransId="{FD5F320A-3E85-4E82-AEDA-203269F50569}"/>
    <dgm:cxn modelId="{03541EF3-785F-43C6-8826-899199B98755}" type="presOf" srcId="{D3D5B09D-1379-447A-A374-EDAC91C4B52B}" destId="{79581136-5E76-4DC1-A7B2-BCA4E4CAD287}" srcOrd="0" destOrd="0" presId="urn:microsoft.com/office/officeart/2018/2/layout/IconLabelList"/>
    <dgm:cxn modelId="{1E0A118D-2F9D-454E-A1ED-71DA5009D3DE}" type="presParOf" srcId="{2CD7D7C5-EE8F-4D9F-B0F0-819FCA9297EB}" destId="{F5040597-8A2D-4F22-8A71-8BDA367FC8CF}" srcOrd="0" destOrd="0" presId="urn:microsoft.com/office/officeart/2018/2/layout/IconLabelList"/>
    <dgm:cxn modelId="{AD6C1AA1-3F91-4292-BB9B-E1EE9115C4EB}" type="presParOf" srcId="{F5040597-8A2D-4F22-8A71-8BDA367FC8CF}" destId="{AF9349E3-9406-4CCA-BF53-90E2A5ABB656}" srcOrd="0" destOrd="0" presId="urn:microsoft.com/office/officeart/2018/2/layout/IconLabelList"/>
    <dgm:cxn modelId="{A96E349D-184D-4AB9-A3C0-1095832B7C70}" type="presParOf" srcId="{F5040597-8A2D-4F22-8A71-8BDA367FC8CF}" destId="{C233ABF3-11C3-451D-A698-CF54CE42C7BC}" srcOrd="1" destOrd="0" presId="urn:microsoft.com/office/officeart/2018/2/layout/IconLabelList"/>
    <dgm:cxn modelId="{504D513B-3ECA-400E-91B8-25E51576113A}" type="presParOf" srcId="{F5040597-8A2D-4F22-8A71-8BDA367FC8CF}" destId="{75084940-B3F8-4041-9D4F-2D8654D28729}" srcOrd="2" destOrd="0" presId="urn:microsoft.com/office/officeart/2018/2/layout/IconLabelList"/>
    <dgm:cxn modelId="{A12D785C-10C9-4074-85E4-A17102387D67}" type="presParOf" srcId="{2CD7D7C5-EE8F-4D9F-B0F0-819FCA9297EB}" destId="{A63E43FC-A4BA-4509-A973-8B22395E67F5}" srcOrd="1" destOrd="0" presId="urn:microsoft.com/office/officeart/2018/2/layout/IconLabelList"/>
    <dgm:cxn modelId="{CB32287E-53A2-44EC-A3D1-10A8D26988D8}" type="presParOf" srcId="{2CD7D7C5-EE8F-4D9F-B0F0-819FCA9297EB}" destId="{80C16EB2-1255-4CCF-8063-1F6B8D62424F}" srcOrd="2" destOrd="0" presId="urn:microsoft.com/office/officeart/2018/2/layout/IconLabelList"/>
    <dgm:cxn modelId="{6270F48C-018B-4B48-B023-118EF6D72C0D}" type="presParOf" srcId="{80C16EB2-1255-4CCF-8063-1F6B8D62424F}" destId="{1DB9208B-E0E4-49B0-812F-DD8C987B80FF}" srcOrd="0" destOrd="0" presId="urn:microsoft.com/office/officeart/2018/2/layout/IconLabelList"/>
    <dgm:cxn modelId="{B088532A-352D-4776-BF68-C57EB586E52E}" type="presParOf" srcId="{80C16EB2-1255-4CCF-8063-1F6B8D62424F}" destId="{4E0F2E3D-9B5E-4E76-ABDB-A64AA22703D9}" srcOrd="1" destOrd="0" presId="urn:microsoft.com/office/officeart/2018/2/layout/IconLabelList"/>
    <dgm:cxn modelId="{BBD31899-7250-4597-A9D5-5E8C231D7C71}" type="presParOf" srcId="{80C16EB2-1255-4CCF-8063-1F6B8D62424F}" destId="{79581136-5E76-4DC1-A7B2-BCA4E4CAD2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05584-2B79-4C1B-9C7E-12214EF7F0F7}">
      <dsp:nvSpPr>
        <dsp:cNvPr id="0" name=""/>
        <dsp:cNvSpPr/>
      </dsp:nvSpPr>
      <dsp:spPr>
        <a:xfrm>
          <a:off x="2909" y="276034"/>
          <a:ext cx="2308274" cy="13849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Title Bar </a:t>
          </a:r>
          <a:endParaRPr lang="en-US" sz="3000" kern="1200"/>
        </a:p>
      </dsp:txBody>
      <dsp:txXfrm>
        <a:off x="2909" y="276034"/>
        <a:ext cx="2308274" cy="1384964"/>
      </dsp:txXfrm>
    </dsp:sp>
    <dsp:sp modelId="{1B51DA65-2B04-4A65-BA53-8A219E481E6B}">
      <dsp:nvSpPr>
        <dsp:cNvPr id="0" name=""/>
        <dsp:cNvSpPr/>
      </dsp:nvSpPr>
      <dsp:spPr>
        <a:xfrm>
          <a:off x="2542011" y="276034"/>
          <a:ext cx="2308274" cy="13849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Ribbon </a:t>
          </a:r>
          <a:endParaRPr lang="en-US" sz="3000" kern="1200"/>
        </a:p>
      </dsp:txBody>
      <dsp:txXfrm>
        <a:off x="2542011" y="276034"/>
        <a:ext cx="2308274" cy="1384964"/>
      </dsp:txXfrm>
    </dsp:sp>
    <dsp:sp modelId="{5C54CF3A-45E5-4478-A330-3DD1401F22E8}">
      <dsp:nvSpPr>
        <dsp:cNvPr id="0" name=""/>
        <dsp:cNvSpPr/>
      </dsp:nvSpPr>
      <dsp:spPr>
        <a:xfrm>
          <a:off x="5081112" y="276034"/>
          <a:ext cx="2308274" cy="13849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Quick Access Toolbar </a:t>
          </a:r>
          <a:endParaRPr lang="en-US" sz="3000" kern="1200"/>
        </a:p>
      </dsp:txBody>
      <dsp:txXfrm>
        <a:off x="5081112" y="276034"/>
        <a:ext cx="2308274" cy="1384964"/>
      </dsp:txXfrm>
    </dsp:sp>
    <dsp:sp modelId="{DC7B8526-CF7F-4CB1-9DB9-01993FC9ACD2}">
      <dsp:nvSpPr>
        <dsp:cNvPr id="0" name=""/>
        <dsp:cNvSpPr/>
      </dsp:nvSpPr>
      <dsp:spPr>
        <a:xfrm>
          <a:off x="7620214" y="276034"/>
          <a:ext cx="2308274" cy="13849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Formula Bar </a:t>
          </a:r>
          <a:endParaRPr lang="en-US" sz="3000" kern="1200"/>
        </a:p>
      </dsp:txBody>
      <dsp:txXfrm>
        <a:off x="7620214" y="276034"/>
        <a:ext cx="2308274" cy="1384964"/>
      </dsp:txXfrm>
    </dsp:sp>
    <dsp:sp modelId="{85A4E82F-415A-48B6-95FF-9DC5AF9EDC1C}">
      <dsp:nvSpPr>
        <dsp:cNvPr id="0" name=""/>
        <dsp:cNvSpPr/>
      </dsp:nvSpPr>
      <dsp:spPr>
        <a:xfrm>
          <a:off x="1272460" y="1891826"/>
          <a:ext cx="2308274" cy="13849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Name Box </a:t>
          </a:r>
          <a:endParaRPr lang="en-US" sz="3000" kern="1200"/>
        </a:p>
      </dsp:txBody>
      <dsp:txXfrm>
        <a:off x="1272460" y="1891826"/>
        <a:ext cx="2308274" cy="1384964"/>
      </dsp:txXfrm>
    </dsp:sp>
    <dsp:sp modelId="{06D5A425-3A66-4D0D-9E73-440672487057}">
      <dsp:nvSpPr>
        <dsp:cNvPr id="0" name=""/>
        <dsp:cNvSpPr/>
      </dsp:nvSpPr>
      <dsp:spPr>
        <a:xfrm>
          <a:off x="3811561" y="1891826"/>
          <a:ext cx="2308274" cy="13849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Worksheet Area </a:t>
          </a:r>
          <a:endParaRPr lang="en-US" sz="3000" kern="1200" dirty="0"/>
        </a:p>
      </dsp:txBody>
      <dsp:txXfrm>
        <a:off x="3811561" y="1891826"/>
        <a:ext cx="2308274" cy="1384964"/>
      </dsp:txXfrm>
    </dsp:sp>
    <dsp:sp modelId="{8E481EC0-CD71-4A71-B4F0-0D9F3A184A0E}">
      <dsp:nvSpPr>
        <dsp:cNvPr id="0" name=""/>
        <dsp:cNvSpPr/>
      </dsp:nvSpPr>
      <dsp:spPr>
        <a:xfrm>
          <a:off x="6350663" y="1891826"/>
          <a:ext cx="2308274" cy="13849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Sheet Tabs</a:t>
          </a:r>
          <a:endParaRPr lang="en-US" sz="3000" kern="1200"/>
        </a:p>
      </dsp:txBody>
      <dsp:txXfrm>
        <a:off x="6350663" y="1891826"/>
        <a:ext cx="2308274" cy="1384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3142A-EDE7-49DB-8895-78378F40E93B}">
      <dsp:nvSpPr>
        <dsp:cNvPr id="0" name=""/>
        <dsp:cNvSpPr/>
      </dsp:nvSpPr>
      <dsp:spPr>
        <a:xfrm>
          <a:off x="0" y="55244"/>
          <a:ext cx="6492875" cy="9114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Easy to use </a:t>
          </a:r>
          <a:endParaRPr lang="en-US" sz="3800" kern="1200" dirty="0"/>
        </a:p>
      </dsp:txBody>
      <dsp:txXfrm>
        <a:off x="44492" y="99736"/>
        <a:ext cx="6403891" cy="822446"/>
      </dsp:txXfrm>
    </dsp:sp>
    <dsp:sp modelId="{CD8FA03B-1157-4AE2-9EB0-C1B580DD0675}">
      <dsp:nvSpPr>
        <dsp:cNvPr id="0" name=""/>
        <dsp:cNvSpPr/>
      </dsp:nvSpPr>
      <dsp:spPr>
        <a:xfrm>
          <a:off x="0" y="1076114"/>
          <a:ext cx="6492875" cy="911430"/>
        </a:xfrm>
        <a:prstGeom prst="roundRect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Fast calculations </a:t>
          </a:r>
          <a:endParaRPr lang="en-US" sz="3800" kern="1200" dirty="0"/>
        </a:p>
      </dsp:txBody>
      <dsp:txXfrm>
        <a:off x="44492" y="1120606"/>
        <a:ext cx="6403891" cy="822446"/>
      </dsp:txXfrm>
    </dsp:sp>
    <dsp:sp modelId="{77288D4C-2ECD-4A71-9278-83987CF23598}">
      <dsp:nvSpPr>
        <dsp:cNvPr id="0" name=""/>
        <dsp:cNvSpPr/>
      </dsp:nvSpPr>
      <dsp:spPr>
        <a:xfrm>
          <a:off x="0" y="2096984"/>
          <a:ext cx="6492875" cy="911430"/>
        </a:xfrm>
        <a:prstGeom prst="roundRect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Data organization </a:t>
          </a:r>
          <a:endParaRPr lang="en-US" sz="3800" kern="1200" dirty="0"/>
        </a:p>
      </dsp:txBody>
      <dsp:txXfrm>
        <a:off x="44492" y="2141476"/>
        <a:ext cx="6403891" cy="822446"/>
      </dsp:txXfrm>
    </dsp:sp>
    <dsp:sp modelId="{6884C86D-7DF7-4D49-927A-F4B176E5DBC9}">
      <dsp:nvSpPr>
        <dsp:cNvPr id="0" name=""/>
        <dsp:cNvSpPr/>
      </dsp:nvSpPr>
      <dsp:spPr>
        <a:xfrm>
          <a:off x="0" y="3117855"/>
          <a:ext cx="6492875" cy="911430"/>
        </a:xfrm>
        <a:prstGeom prst="roundRect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Powerful analysis tools </a:t>
          </a:r>
          <a:endParaRPr lang="en-US" sz="3800" kern="1200" dirty="0"/>
        </a:p>
      </dsp:txBody>
      <dsp:txXfrm>
        <a:off x="44492" y="3162347"/>
        <a:ext cx="6403891" cy="822446"/>
      </dsp:txXfrm>
    </dsp:sp>
    <dsp:sp modelId="{EFF94E32-7CE8-418B-97FC-24793C694967}">
      <dsp:nvSpPr>
        <dsp:cNvPr id="0" name=""/>
        <dsp:cNvSpPr/>
      </dsp:nvSpPr>
      <dsp:spPr>
        <a:xfrm>
          <a:off x="0" y="4138725"/>
          <a:ext cx="6492875" cy="911430"/>
        </a:xfrm>
        <a:prstGeom prst="round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Professional reporting</a:t>
          </a:r>
          <a:endParaRPr lang="en-US" sz="3800" kern="1200" dirty="0"/>
        </a:p>
      </dsp:txBody>
      <dsp:txXfrm>
        <a:off x="44492" y="4183217"/>
        <a:ext cx="6403891" cy="8224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0EE05B-98D8-4598-9EAB-6BD65BA428CF}">
      <dsp:nvSpPr>
        <dsp:cNvPr id="0" name=""/>
        <dsp:cNvSpPr/>
      </dsp:nvSpPr>
      <dsp:spPr>
        <a:xfrm>
          <a:off x="2894622" y="841"/>
          <a:ext cx="1869911" cy="1869911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Not ideal for very large databases </a:t>
          </a:r>
          <a:endParaRPr lang="en-US" sz="1300" kern="1200" dirty="0"/>
        </a:p>
      </dsp:txBody>
      <dsp:txXfrm>
        <a:off x="3362100" y="841"/>
        <a:ext cx="934955" cy="1542677"/>
      </dsp:txXfrm>
    </dsp:sp>
    <dsp:sp modelId="{067351F0-DB6C-46D7-A6E8-F6990A4526B8}">
      <dsp:nvSpPr>
        <dsp:cNvPr id="0" name=""/>
        <dsp:cNvSpPr/>
      </dsp:nvSpPr>
      <dsp:spPr>
        <a:xfrm rot="7200000">
          <a:off x="3974655" y="1871514"/>
          <a:ext cx="1869911" cy="1869911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Prone to manual data-entry errors </a:t>
          </a:r>
          <a:endParaRPr lang="en-US" sz="1300" kern="1200" dirty="0"/>
        </a:p>
      </dsp:txBody>
      <dsp:txXfrm rot="-5400000">
        <a:off x="4279968" y="2420801"/>
        <a:ext cx="1542677" cy="934955"/>
      </dsp:txXfrm>
    </dsp:sp>
    <dsp:sp modelId="{7A031EE8-6E3B-4B70-81A7-432C9349F084}">
      <dsp:nvSpPr>
        <dsp:cNvPr id="0" name=""/>
        <dsp:cNvSpPr/>
      </dsp:nvSpPr>
      <dsp:spPr>
        <a:xfrm rot="14400000">
          <a:off x="1814589" y="1871514"/>
          <a:ext cx="1869911" cy="1869911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Collaboration can be challenging without cloud features</a:t>
          </a:r>
          <a:endParaRPr lang="en-US" sz="1300" kern="1200" dirty="0"/>
        </a:p>
      </dsp:txBody>
      <dsp:txXfrm rot="5400000">
        <a:off x="1836510" y="2420801"/>
        <a:ext cx="1542677" cy="9349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9349E3-9406-4CCA-BF53-90E2A5ABB656}">
      <dsp:nvSpPr>
        <dsp:cNvPr id="0" name=""/>
        <dsp:cNvSpPr/>
      </dsp:nvSpPr>
      <dsp:spPr>
        <a:xfrm>
          <a:off x="1563340" y="15883"/>
          <a:ext cx="1908562" cy="190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84940-B3F8-4041-9D4F-2D8654D28729}">
      <dsp:nvSpPr>
        <dsp:cNvPr id="0" name=""/>
        <dsp:cNvSpPr/>
      </dsp:nvSpPr>
      <dsp:spPr>
        <a:xfrm>
          <a:off x="396997" y="2388317"/>
          <a:ext cx="424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Summary of key points </a:t>
          </a:r>
          <a:endParaRPr lang="en-US" sz="2300" kern="1200" dirty="0"/>
        </a:p>
      </dsp:txBody>
      <dsp:txXfrm>
        <a:off x="396997" y="2388317"/>
        <a:ext cx="4241250" cy="720000"/>
      </dsp:txXfrm>
    </dsp:sp>
    <dsp:sp modelId="{1DB9208B-E0E4-49B0-812F-DD8C987B80FF}">
      <dsp:nvSpPr>
        <dsp:cNvPr id="0" name=""/>
        <dsp:cNvSpPr/>
      </dsp:nvSpPr>
      <dsp:spPr>
        <a:xfrm>
          <a:off x="6546809" y="15883"/>
          <a:ext cx="1908562" cy="190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81136-5E76-4DC1-A7B2-BCA4E4CAD287}">
      <dsp:nvSpPr>
        <dsp:cNvPr id="0" name=""/>
        <dsp:cNvSpPr/>
      </dsp:nvSpPr>
      <dsp:spPr>
        <a:xfrm>
          <a:off x="5380465" y="2388317"/>
          <a:ext cx="424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Importance of Excel in education and business</a:t>
          </a:r>
          <a:endParaRPr lang="en-US" sz="2300" kern="1200" dirty="0"/>
        </a:p>
      </dsp:txBody>
      <dsp:txXfrm>
        <a:off x="5380465" y="2388317"/>
        <a:ext cx="424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809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39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42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31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3521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811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72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229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06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13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230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5634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747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833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274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017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18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A69333-20A9-491F-9DDC-FB5E68739109}" type="datetimeFigureOut">
              <a:rPr lang="en-IN" smtClean="0"/>
              <a:t>04-08-2026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FC985BB-5461-4E5E-AAA0-F434B83D84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62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5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67FF-4792-16FA-B12C-068CA4EB4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522288"/>
            <a:ext cx="9144000" cy="2387600"/>
          </a:xfrm>
        </p:spPr>
        <p:txBody>
          <a:bodyPr/>
          <a:lstStyle/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Microsoft Excel</a:t>
            </a:r>
            <a:endParaRPr lang="en-IN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D5939-2AF2-EA9C-5E32-307B3AF52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7350" y="3648074"/>
            <a:ext cx="8582025" cy="1323975"/>
          </a:xfrm>
        </p:spPr>
        <p:txBody>
          <a:bodyPr>
            <a:normAutofit/>
          </a:bodyPr>
          <a:lstStyle/>
          <a:p>
            <a:r>
              <a:rPr lang="en-US" sz="3200" dirty="0"/>
              <a:t>  </a:t>
            </a:r>
            <a:r>
              <a:rPr lang="en-US" sz="5400" dirty="0">
                <a:latin typeface="Algerian" panose="04020705040A02060702" pitchFamily="82" charset="0"/>
                <a:cs typeface="Aldhabi" panose="01000000000000000000" pitchFamily="2" charset="-78"/>
              </a:rPr>
              <a:t>PRESENTED BY:  NANDANI </a:t>
            </a:r>
            <a:endParaRPr lang="en-IN" sz="5400" dirty="0">
              <a:latin typeface="Algerian" panose="04020705040A02060702" pitchFamily="82" charset="0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65439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7C4AD8-CE48-50C1-C14C-B2311D671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8299" y="1380068"/>
            <a:ext cx="6054723" cy="2616199"/>
          </a:xfrm>
        </p:spPr>
        <p:txBody>
          <a:bodyPr>
            <a:normAutofit/>
          </a:bodyPr>
          <a:lstStyle/>
          <a:p>
            <a:r>
              <a:rPr lang="en-US" dirty="0">
                <a:latin typeface="Amasis MT Pro Black" panose="02040A04050005020304" pitchFamily="18" charset="0"/>
              </a:rPr>
              <a:t>Introduction</a:t>
            </a:r>
            <a:endParaRPr lang="en-IN" dirty="0">
              <a:latin typeface="Amasis MT Pro Black" panose="02040A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6210D-E589-E154-311A-85C9F0B28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6254" y="3996267"/>
            <a:ext cx="5166768" cy="13885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600" dirty="0">
                <a:latin typeface="Abadi" panose="020B0604020104020204" pitchFamily="34" charset="0"/>
              </a:rPr>
              <a:t>Microsoft Excel is a powerful spreadsheet application used to organize, </a:t>
            </a:r>
            <a:r>
              <a:rPr lang="en-IN" sz="1600" dirty="0" err="1">
                <a:latin typeface="Abadi" panose="020B0604020104020204" pitchFamily="34" charset="0"/>
              </a:rPr>
              <a:t>analyze</a:t>
            </a:r>
            <a:r>
              <a:rPr lang="en-IN" sz="1600" dirty="0">
                <a:latin typeface="Abadi" panose="020B0604020104020204" pitchFamily="34" charset="0"/>
              </a:rPr>
              <a:t>, and visualize data. It is widely used in businesses, schools, finance, engineering, and research for tasks such as calculations, data management, reporting, and decision-making</a:t>
            </a:r>
            <a:r>
              <a:rPr lang="en-IN" sz="1600" dirty="0"/>
              <a:t>.</a:t>
            </a:r>
          </a:p>
        </p:txBody>
      </p:sp>
      <p:pic>
        <p:nvPicPr>
          <p:cNvPr id="5" name="Picture 4" descr="Aqua and green fractal background like floral petal">
            <a:extLst>
              <a:ext uri="{FF2B5EF4-FFF2-40B4-BE49-F238E27FC236}">
                <a16:creationId xmlns:a16="http://schemas.microsoft.com/office/drawing/2014/main" id="{2C2D2F6E-CA4B-2648-CFDB-6D83B1542F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49" r="15268"/>
          <a:stretch>
            <a:fillRect/>
          </a:stretch>
        </p:blipFill>
        <p:spPr>
          <a:xfrm>
            <a:off x="20" y="10"/>
            <a:ext cx="5448280" cy="68579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11423240"/>
      </p:ext>
    </p:extLst>
  </p:cSld>
  <p:clrMapOvr>
    <a:masterClrMapping/>
  </p:clrMapOvr>
  <p:transition spd="med" advClick="0" advTm="1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D3E170B8-5D4F-29CA-E713-A99C742641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58" r="14835" b="-1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EAB017-FAE0-ECEB-EFF5-69EA77C2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30" y="723899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IN" sz="4400" dirty="0">
                <a:latin typeface="Amasis MT Pro Black" panose="02040A04050005020304" pitchFamily="18" charset="0"/>
              </a:rPr>
              <a:t>Features of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7383E-DCA5-18FD-2C0F-38DFAB7BD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>
            <a:normAutofit/>
          </a:bodyPr>
          <a:lstStyle/>
          <a:p>
            <a:pPr lvl="0"/>
            <a:r>
              <a:rPr lang="en-IN" sz="2000" dirty="0"/>
              <a:t>Worksheets and workbooks </a:t>
            </a:r>
          </a:p>
          <a:p>
            <a:pPr lvl="0"/>
            <a:r>
              <a:rPr lang="en-IN" sz="2000" dirty="0"/>
              <a:t>Rows, columns, and cells </a:t>
            </a:r>
          </a:p>
          <a:p>
            <a:pPr lvl="0"/>
            <a:r>
              <a:rPr lang="en-IN" sz="2000" dirty="0"/>
              <a:t>Formulas and functions </a:t>
            </a:r>
          </a:p>
          <a:p>
            <a:pPr lvl="0"/>
            <a:r>
              <a:rPr lang="en-IN" sz="2000" dirty="0"/>
              <a:t>Charts and graphs </a:t>
            </a:r>
          </a:p>
          <a:p>
            <a:pPr lvl="0"/>
            <a:r>
              <a:rPr lang="en-IN" sz="2000" dirty="0"/>
              <a:t>PivotTables </a:t>
            </a:r>
          </a:p>
          <a:p>
            <a:pPr lvl="0"/>
            <a:r>
              <a:rPr lang="en-IN" sz="2000" dirty="0"/>
              <a:t>Conditional formatting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71457595"/>
      </p:ext>
    </p:extLst>
  </p:cSld>
  <p:clrMapOvr>
    <a:masterClrMapping/>
  </p:clrMapOvr>
  <p:transition advClick="0" advTm="1000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7000">
              <a:schemeClr val="accent2">
                <a:lumMod val="40000"/>
                <a:lumOff val="60000"/>
              </a:schemeClr>
            </a:gs>
            <a:gs pos="44000">
              <a:schemeClr val="accent2">
                <a:lumMod val="40000"/>
                <a:lumOff val="6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94E8-877A-72DD-73DC-FD1316E8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55" y="513034"/>
            <a:ext cx="10018713" cy="1752599"/>
          </a:xfrm>
        </p:spPr>
        <p:txBody>
          <a:bodyPr>
            <a:normAutofit/>
          </a:bodyPr>
          <a:lstStyle/>
          <a:p>
            <a:r>
              <a:rPr lang="en-IN" sz="600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Excel Interface</a:t>
            </a:r>
            <a:endParaRPr lang="en-IN" sz="6000" dirty="0">
              <a:solidFill>
                <a:schemeClr val="accent2">
                  <a:lumMod val="50000"/>
                </a:schemeClr>
              </a:solidFill>
              <a:latin typeface="Amasis MT Pro Black" panose="02040A04050005020304" pitchFamily="18" charset="0"/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D21BDDAB-A7CC-2FD3-963C-3E1FEDFEF2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019278"/>
              </p:ext>
            </p:extLst>
          </p:nvPr>
        </p:nvGraphicFramePr>
        <p:xfrm>
          <a:off x="1695652" y="2109991"/>
          <a:ext cx="9931398" cy="3552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337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2000">
        <p:wipe/>
      </p:transition>
    </mc:Choice>
    <mc:Fallback xmlns="">
      <p:transition advTm="2000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AFD4D-605C-B821-0E66-71F5FDAF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IN" sz="3600" dirty="0">
                <a:latin typeface="Amasis MT Pro Black" panose="02040A04050005020304" pitchFamily="18" charset="0"/>
              </a:rPr>
              <a:t>Basic Components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E01A6-B2F4-B663-AC90-EB3591831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lvl="0"/>
            <a:r>
              <a:rPr lang="en-IN" sz="2000" dirty="0"/>
              <a:t>Workbook </a:t>
            </a:r>
          </a:p>
          <a:p>
            <a:pPr lvl="0"/>
            <a:r>
              <a:rPr lang="en-IN" sz="2000" dirty="0"/>
              <a:t>Worksheet </a:t>
            </a:r>
          </a:p>
          <a:p>
            <a:pPr lvl="0"/>
            <a:r>
              <a:rPr lang="en-IN" sz="2000" dirty="0"/>
              <a:t>Cell </a:t>
            </a:r>
          </a:p>
          <a:p>
            <a:pPr lvl="0"/>
            <a:r>
              <a:rPr lang="en-IN" sz="2000" dirty="0"/>
              <a:t>Row </a:t>
            </a:r>
          </a:p>
          <a:p>
            <a:pPr lvl="0"/>
            <a:r>
              <a:rPr lang="en-IN" sz="2000" dirty="0"/>
              <a:t>Column </a:t>
            </a:r>
          </a:p>
          <a:p>
            <a:pPr lvl="0"/>
            <a:r>
              <a:rPr lang="en-IN" sz="2000" dirty="0"/>
              <a:t>Range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8434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 advTm="1000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B4C292-7E2C-C459-9902-680E3C25C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5" r="27371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9DB94C-E170-B620-4B28-2A0135753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540" y="571297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IN" sz="4800" dirty="0">
                <a:solidFill>
                  <a:schemeClr val="accent4">
                    <a:lumMod val="50000"/>
                  </a:schemeClr>
                </a:solidFill>
                <a:latin typeface="Amasis MT Pro Black" panose="02040A04050005020304" pitchFamily="18" charset="0"/>
              </a:rPr>
              <a:t>Formulas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026A3-8D3E-463B-691D-89DEC3B2C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392" y="2399488"/>
            <a:ext cx="5260680" cy="3352801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</a:pPr>
            <a:r>
              <a:rPr lang="en-IN" sz="1700" dirty="0"/>
              <a:t>Formula basics </a:t>
            </a:r>
          </a:p>
          <a:p>
            <a:pPr lvl="0">
              <a:lnSpc>
                <a:spcPct val="90000"/>
              </a:lnSpc>
            </a:pPr>
            <a:r>
              <a:rPr lang="en-IN" sz="1700" dirty="0"/>
              <a:t>Common functions: </a:t>
            </a:r>
          </a:p>
          <a:p>
            <a:pPr lvl="1">
              <a:lnSpc>
                <a:spcPct val="90000"/>
              </a:lnSpc>
            </a:pPr>
            <a:r>
              <a:rPr lang="en-IN" sz="1700" dirty="0"/>
              <a:t>SUM() </a:t>
            </a:r>
          </a:p>
          <a:p>
            <a:pPr lvl="1">
              <a:lnSpc>
                <a:spcPct val="90000"/>
              </a:lnSpc>
            </a:pPr>
            <a:r>
              <a:rPr lang="en-IN" sz="1700" dirty="0"/>
              <a:t>AVERAGE() </a:t>
            </a:r>
          </a:p>
          <a:p>
            <a:pPr lvl="1">
              <a:lnSpc>
                <a:spcPct val="90000"/>
              </a:lnSpc>
            </a:pPr>
            <a:r>
              <a:rPr lang="en-IN" sz="1700" dirty="0"/>
              <a:t>COUNT() </a:t>
            </a:r>
          </a:p>
          <a:p>
            <a:pPr lvl="1">
              <a:lnSpc>
                <a:spcPct val="90000"/>
              </a:lnSpc>
            </a:pPr>
            <a:r>
              <a:rPr lang="en-IN" sz="1700" dirty="0"/>
              <a:t>MAX() </a:t>
            </a:r>
          </a:p>
          <a:p>
            <a:pPr lvl="1">
              <a:lnSpc>
                <a:spcPct val="90000"/>
              </a:lnSpc>
            </a:pPr>
            <a:r>
              <a:rPr lang="en-IN" sz="1700" dirty="0"/>
              <a:t>MIN() </a:t>
            </a:r>
          </a:p>
          <a:p>
            <a:pPr lvl="1">
              <a:lnSpc>
                <a:spcPct val="90000"/>
              </a:lnSpc>
            </a:pPr>
            <a:r>
              <a:rPr lang="en-IN" sz="1700" dirty="0"/>
              <a:t>IF()</a:t>
            </a:r>
          </a:p>
          <a:p>
            <a:pPr>
              <a:lnSpc>
                <a:spcPct val="90000"/>
              </a:lnSpc>
            </a:pP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547539968"/>
      </p:ext>
    </p:extLst>
  </p:cSld>
  <p:clrMapOvr>
    <a:masterClrMapping/>
  </p:clrMapOvr>
  <p:transition spd="med" advTm="1000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8A4A409-9242-444A-AC1F-809866828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ABF65108-5AB6-40BD-BCAF-526D8E309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C77C904B-BC3A-472F-BB70-8750D41E4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E910D569-2CFD-4010-B886-2F31BB8EC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5A816932-FBAD-46C0-AA92-336589A5A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D914BDD-E5E0-4DFB-8072-5B498F94A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D9E392E-46C2-4B84-A121-9B2BC452F0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A3D9D3-E7D9-4162-0079-099FB3944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2812385" cy="175259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masis MT Pro Black" panose="02040A04050005020304" pitchFamily="18" charset="0"/>
              </a:rPr>
              <a:t>Formatting in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81E7B-BFAB-DA56-7E97-E41804250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2812387" cy="3124201"/>
          </a:xfrm>
        </p:spPr>
        <p:txBody>
          <a:bodyPr>
            <a:normAutofit/>
          </a:bodyPr>
          <a:lstStyle/>
          <a:p>
            <a:pPr lvl="0"/>
            <a:r>
              <a:rPr lang="en-IN" sz="1800" dirty="0"/>
              <a:t>Font formatting </a:t>
            </a:r>
          </a:p>
          <a:p>
            <a:pPr lvl="0"/>
            <a:r>
              <a:rPr lang="en-IN" sz="1800" dirty="0"/>
              <a:t>Cell colours </a:t>
            </a:r>
          </a:p>
          <a:p>
            <a:pPr lvl="0"/>
            <a:r>
              <a:rPr lang="en-IN" sz="1800" dirty="0"/>
              <a:t>Borders </a:t>
            </a:r>
          </a:p>
          <a:p>
            <a:pPr lvl="0"/>
            <a:r>
              <a:rPr lang="en-IN" sz="1800" dirty="0"/>
              <a:t>Number formats </a:t>
            </a:r>
          </a:p>
          <a:p>
            <a:pPr lvl="0"/>
            <a:r>
              <a:rPr lang="en-IN" sz="1800" dirty="0"/>
              <a:t>Alignment</a:t>
            </a:r>
          </a:p>
          <a:p>
            <a:endParaRPr lang="en-IN" sz="1800" dirty="0"/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21ECAAB0-702B-4C08-B30F-0AFAC3479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1162" y="648931"/>
            <a:ext cx="6881862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5D557-E0FC-17AC-2CD8-0BC4F9CFD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202" y="1413911"/>
            <a:ext cx="6237359" cy="374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3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1000">
        <p14:flash/>
      </p:transition>
    </mc:Choice>
    <mc:Fallback xmlns="">
      <p:transition spd="med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A4EC59-B8A3-489A-9FB4-AA0699200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7ED93-56E4-07A7-39CF-F320D3FD5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9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Freeform 15">
            <a:extLst>
              <a:ext uri="{FF2B5EF4-FFF2-40B4-BE49-F238E27FC236}">
                <a16:creationId xmlns:a16="http://schemas.microsoft.com/office/drawing/2014/main" id="{1143E968-E203-496D-A1AD-2EA10AB3E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3005669" y="-16933"/>
            <a:ext cx="9220200" cy="6891867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  <a:gd name="connsiteX0" fmla="*/ 8382001 w 10295468"/>
              <a:gd name="connsiteY0" fmla="*/ 8466 h 6883400"/>
              <a:gd name="connsiteX1" fmla="*/ 7738534 w 10295468"/>
              <a:gd name="connsiteY1" fmla="*/ 2573866 h 6883400"/>
              <a:gd name="connsiteX2" fmla="*/ 10295468 w 10295468"/>
              <a:gd name="connsiteY2" fmla="*/ 6874933 h 6883400"/>
              <a:gd name="connsiteX3" fmla="*/ 2954868 w 10295468"/>
              <a:gd name="connsiteY3" fmla="*/ 6883400 h 6883400"/>
              <a:gd name="connsiteX4" fmla="*/ 0 w 10295468"/>
              <a:gd name="connsiteY4" fmla="*/ 0 h 6883400"/>
              <a:gd name="connsiteX5" fmla="*/ 8382001 w 10295468"/>
              <a:gd name="connsiteY5" fmla="*/ 8466 h 6883400"/>
              <a:gd name="connsiteX0" fmla="*/ 8382001 w 10295468"/>
              <a:gd name="connsiteY0" fmla="*/ 8466 h 6891867"/>
              <a:gd name="connsiteX1" fmla="*/ 7738534 w 10295468"/>
              <a:gd name="connsiteY1" fmla="*/ 2573866 h 6891867"/>
              <a:gd name="connsiteX2" fmla="*/ 10295468 w 10295468"/>
              <a:gd name="connsiteY2" fmla="*/ 6874933 h 6891867"/>
              <a:gd name="connsiteX3" fmla="*/ 16935 w 10295468"/>
              <a:gd name="connsiteY3" fmla="*/ 6891867 h 6891867"/>
              <a:gd name="connsiteX4" fmla="*/ 0 w 10295468"/>
              <a:gd name="connsiteY4" fmla="*/ 0 h 6891867"/>
              <a:gd name="connsiteX5" fmla="*/ 8382001 w 10295468"/>
              <a:gd name="connsiteY5" fmla="*/ 8466 h 6891867"/>
              <a:gd name="connsiteX0" fmla="*/ 8382001 w 8382001"/>
              <a:gd name="connsiteY0" fmla="*/ 8466 h 6891867"/>
              <a:gd name="connsiteX1" fmla="*/ 7738534 w 8382001"/>
              <a:gd name="connsiteY1" fmla="*/ 2573866 h 6891867"/>
              <a:gd name="connsiteX2" fmla="*/ 7340602 w 8382001"/>
              <a:gd name="connsiteY2" fmla="*/ 6883400 h 6891867"/>
              <a:gd name="connsiteX3" fmla="*/ 16935 w 8382001"/>
              <a:gd name="connsiteY3" fmla="*/ 6891867 h 6891867"/>
              <a:gd name="connsiteX4" fmla="*/ 0 w 8382001"/>
              <a:gd name="connsiteY4" fmla="*/ 0 h 6891867"/>
              <a:gd name="connsiteX5" fmla="*/ 8382001 w 8382001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340602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298269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0200" h="6891867">
                <a:moveTo>
                  <a:pt x="8382001" y="8466"/>
                </a:moveTo>
                <a:lnTo>
                  <a:pt x="9220200" y="5350932"/>
                </a:lnTo>
                <a:lnTo>
                  <a:pt x="7298269" y="6883400"/>
                </a:lnTo>
                <a:lnTo>
                  <a:pt x="16935" y="6891867"/>
                </a:lnTo>
                <a:lnTo>
                  <a:pt x="0" y="0"/>
                </a:lnTo>
                <a:lnTo>
                  <a:pt x="8382001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B3444A-472E-400E-81D0-7CCDEEECC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7E64D84-2392-46A1-99D2-C8FC063F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89352A95-1C82-4A0D-9B20-8AC7280C7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81B60E48-D617-4CF1-8900-497D49142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BFF6C14F-3347-46BB-A317-C1C12263E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CDD86299-6737-471C-98C5-872BDC681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60C6C46B-7841-473B-AC3A-9A69908AB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33DD73-9ED6-74DD-3F5A-0DFEF4D3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867" y="558800"/>
            <a:ext cx="7535333" cy="1413933"/>
          </a:xfrm>
        </p:spPr>
        <p:txBody>
          <a:bodyPr>
            <a:normAutofit/>
          </a:bodyPr>
          <a:lstStyle/>
          <a:p>
            <a:r>
              <a:rPr lang="en-IN" sz="6000" dirty="0">
                <a:solidFill>
                  <a:schemeClr val="bg1"/>
                </a:solidFill>
                <a:latin typeface="Amasis MT Pro Black" panose="02040A04050005020304" pitchFamily="18" charset="0"/>
              </a:rPr>
              <a:t>Charts in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975C8-BFC6-EB02-1FC2-67E324E83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867" y="2048933"/>
            <a:ext cx="7532156" cy="3742267"/>
          </a:xfrm>
        </p:spPr>
        <p:txBody>
          <a:bodyPr>
            <a:normAutofit/>
          </a:bodyPr>
          <a:lstStyle/>
          <a:p>
            <a:pPr lvl="0"/>
            <a:r>
              <a:rPr lang="en-IN" sz="2800" dirty="0">
                <a:solidFill>
                  <a:schemeClr val="bg1"/>
                </a:solidFill>
              </a:rPr>
              <a:t>Column Chart 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Bar Chart 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Pie Chart 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Line Chart 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Area Chart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589228"/>
      </p:ext>
    </p:extLst>
  </p:cSld>
  <p:clrMapOvr>
    <a:masterClrMapping/>
  </p:clrMapOvr>
  <p:transition advTm="1000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2E4F-8FE5-F57D-5DED-2B012E56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52" y="812800"/>
            <a:ext cx="10018713" cy="1185333"/>
          </a:xfrm>
        </p:spPr>
        <p:txBody>
          <a:bodyPr>
            <a:normAutofit/>
          </a:bodyPr>
          <a:lstStyle/>
          <a:p>
            <a:r>
              <a:rPr lang="en-IN" dirty="0">
                <a:latin typeface="Amasis MT Pro Black" panose="02040A04050005020304" pitchFamily="18" charset="0"/>
              </a:rPr>
              <a:t>Applications of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B76A3-B0D8-BAB4-1762-700D625B5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486" y="2093383"/>
            <a:ext cx="6855356" cy="3793067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Budgeting </a:t>
            </a:r>
          </a:p>
          <a:p>
            <a:pPr lvl="0"/>
            <a:r>
              <a:rPr lang="en-IN" dirty="0"/>
              <a:t>Payroll </a:t>
            </a:r>
          </a:p>
          <a:p>
            <a:pPr lvl="0"/>
            <a:r>
              <a:rPr lang="en-IN" dirty="0"/>
              <a:t>Inventory management </a:t>
            </a:r>
          </a:p>
          <a:p>
            <a:pPr lvl="0"/>
            <a:r>
              <a:rPr lang="en-IN" dirty="0"/>
              <a:t>Student records </a:t>
            </a:r>
          </a:p>
          <a:p>
            <a:pPr lvl="0"/>
            <a:r>
              <a:rPr lang="en-IN" dirty="0"/>
              <a:t>Sales reports </a:t>
            </a:r>
          </a:p>
          <a:p>
            <a:pPr lvl="0"/>
            <a:r>
              <a:rPr lang="en-IN" dirty="0"/>
              <a:t>Data analysis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F63DD-CF99-A3B2-7D1E-785F09494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907" y="2641546"/>
            <a:ext cx="2717116" cy="250468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667380331"/>
      </p:ext>
    </p:extLst>
  </p:cSld>
  <p:clrMapOvr>
    <a:masterClrMapping/>
  </p:clrMapOvr>
  <p:transition spd="med" advTm="1000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EE982-F22C-D603-A731-8A5BC4979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Amasis MT Pro Black" panose="02040A04050005020304" pitchFamily="18" charset="0"/>
              </a:rPr>
              <a:t>Advantages of Excel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513DD2-6114-B28E-8086-B7BA56D93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7357538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9323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advTm="1000">
        <p15:prstTrans prst="pageCurlDouble"/>
      </p:transition>
    </mc:Choice>
    <mc:Fallback xmlns="">
      <p:transition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38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 useBgFill="1">
          <p:nvSpPr>
            <p:cNvPr id="39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3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17C722-FA85-F04C-EEF2-D78B9ACC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712" y="723900"/>
            <a:ext cx="7345891" cy="1413933"/>
          </a:xfrm>
        </p:spPr>
        <p:txBody>
          <a:bodyPr>
            <a:normAutofit/>
          </a:bodyPr>
          <a:lstStyle/>
          <a:p>
            <a:r>
              <a:rPr lang="en-IN" dirty="0">
                <a:latin typeface="Amasis MT Pro Black" panose="02040A04050005020304" pitchFamily="18" charset="0"/>
              </a:rPr>
              <a:t>Limitations of Excel</a:t>
            </a:r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23E3FAA7-EAF1-D85E-1032-6895857E23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52" r="52175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700CE8A6-BD77-2BAE-F982-C62CF746FF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43867" y="2048933"/>
          <a:ext cx="7659156" cy="3742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4746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1000">
        <p14:prism isInverted="1"/>
      </p:transition>
    </mc:Choice>
    <mc:Fallback xmlns="">
      <p:transition spd="med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4920-D602-53C9-64F2-FB98B7F45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>
                <a:latin typeface="Amasis MT Pro Black" panose="02040A04050005020304" pitchFamily="18" charset="0"/>
              </a:rPr>
              <a:t>Conclusion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E52CDB5-750A-53CC-4595-C4FFEBC2FB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257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1000">
        <p14:switch dir="r"/>
      </p:transition>
    </mc:Choice>
    <mc:Fallback xmlns="">
      <p:transition spd="med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FF78026-DEBB-4D5A-9A4E-872456603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5E1684-CF44-4EAD-B3A4-FCE98461F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AF1202-6BA4-C6A6-3E44-08CEDEB23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467" y="643467"/>
            <a:ext cx="5571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 advTm="1000">
        <p15:prstTrans prst="peelOff"/>
      </p:transition>
    </mc:Choice>
    <mc:Fallback xmlns="">
      <p:transition spd="med" advTm="1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180</TotalTime>
  <Words>204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Abadi</vt:lpstr>
      <vt:lpstr>Algerian</vt:lpstr>
      <vt:lpstr>Amasis MT Pro Black</vt:lpstr>
      <vt:lpstr>Arial</vt:lpstr>
      <vt:lpstr>Corbel</vt:lpstr>
      <vt:lpstr>Parallax</vt:lpstr>
      <vt:lpstr>Microsoft Excel</vt:lpstr>
      <vt:lpstr>Introduction</vt:lpstr>
      <vt:lpstr>Features of Excel</vt:lpstr>
      <vt:lpstr>Excel Interface</vt:lpstr>
      <vt:lpstr>Basic Components</vt:lpstr>
      <vt:lpstr>Formulas and Functions</vt:lpstr>
      <vt:lpstr>Formatting in Excel</vt:lpstr>
      <vt:lpstr>Charts in Excel</vt:lpstr>
      <vt:lpstr>Applications of Excel</vt:lpstr>
      <vt:lpstr>Advantages of Excel</vt:lpstr>
      <vt:lpstr>Limitations of Excel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Z-17</dc:creator>
  <cp:lastModifiedBy>Z-17</cp:lastModifiedBy>
  <cp:revision>5</cp:revision>
  <dcterms:created xsi:type="dcterms:W3CDTF">2026-07-30T10:42:18Z</dcterms:created>
  <dcterms:modified xsi:type="dcterms:W3CDTF">2026-08-04T05:24:06Z</dcterms:modified>
</cp:coreProperties>
</file>